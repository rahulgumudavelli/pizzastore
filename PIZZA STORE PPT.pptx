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6" r:id="rId1"/>
  </p:sldMasterIdLst>
  <p:sldIdLst>
    <p:sldId id="256" r:id="rId2"/>
    <p:sldId id="260" r:id="rId3"/>
    <p:sldId id="257" r:id="rId4"/>
    <p:sldId id="258" r:id="rId5"/>
    <p:sldId id="259" r:id="rId6"/>
    <p:sldId id="261" r:id="rId7"/>
    <p:sldId id="265" r:id="rId8"/>
    <p:sldId id="266"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1BB89E-E57D-4FCD-8F17-74F2E320983B}" v="2" dt="2026-03-17T04:34:05.7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hul Kumar Gumudavelli" userId="134023bcdd4fb793" providerId="LiveId" clId="{387791B4-BB73-4861-A5A7-2C206B61BEF4}"/>
    <pc:docChg chg="custSel delSld modSld">
      <pc:chgData name="Rahul Kumar Gumudavelli" userId="134023bcdd4fb793" providerId="LiveId" clId="{387791B4-BB73-4861-A5A7-2C206B61BEF4}" dt="2026-03-17T04:34:28.231" v="209" actId="20577"/>
      <pc:docMkLst>
        <pc:docMk/>
      </pc:docMkLst>
      <pc:sldChg chg="addSp delSp modSp mod">
        <pc:chgData name="Rahul Kumar Gumudavelli" userId="134023bcdd4fb793" providerId="LiveId" clId="{387791B4-BB73-4861-A5A7-2C206B61BEF4}" dt="2026-03-16T19:50:02.586" v="66" actId="2711"/>
        <pc:sldMkLst>
          <pc:docMk/>
          <pc:sldMk cId="3969357488" sldId="259"/>
        </pc:sldMkLst>
        <pc:spChg chg="del">
          <ac:chgData name="Rahul Kumar Gumudavelli" userId="134023bcdd4fb793" providerId="LiveId" clId="{387791B4-BB73-4861-A5A7-2C206B61BEF4}" dt="2026-03-16T19:47:24.314" v="0" actId="478"/>
          <ac:spMkLst>
            <pc:docMk/>
            <pc:sldMk cId="3969357488" sldId="259"/>
            <ac:spMk id="2" creationId="{9D0AD6F0-D957-E986-0111-DBB5FC1A30C9}"/>
          </ac:spMkLst>
        </pc:spChg>
        <pc:spChg chg="add mod">
          <ac:chgData name="Rahul Kumar Gumudavelli" userId="134023bcdd4fb793" providerId="LiveId" clId="{387791B4-BB73-4861-A5A7-2C206B61BEF4}" dt="2026-03-16T19:50:02.586" v="66" actId="2711"/>
          <ac:spMkLst>
            <pc:docMk/>
            <pc:sldMk cId="3969357488" sldId="259"/>
            <ac:spMk id="4" creationId="{2A835A57-9190-7B9E-C244-BB402ECFC531}"/>
          </ac:spMkLst>
        </pc:spChg>
        <pc:spChg chg="mod">
          <ac:chgData name="Rahul Kumar Gumudavelli" userId="134023bcdd4fb793" providerId="LiveId" clId="{387791B4-BB73-4861-A5A7-2C206B61BEF4}" dt="2026-03-16T19:48:38.882" v="58" actId="20577"/>
          <ac:spMkLst>
            <pc:docMk/>
            <pc:sldMk cId="3969357488" sldId="259"/>
            <ac:spMk id="7" creationId="{83A5493B-F7C3-379E-FEB5-7610E16F495B}"/>
          </ac:spMkLst>
        </pc:spChg>
        <pc:picChg chg="add mod">
          <ac:chgData name="Rahul Kumar Gumudavelli" userId="134023bcdd4fb793" providerId="LiveId" clId="{387791B4-BB73-4861-A5A7-2C206B61BEF4}" dt="2026-03-16T19:49:14.802" v="64" actId="14100"/>
          <ac:picMkLst>
            <pc:docMk/>
            <pc:sldMk cId="3969357488" sldId="259"/>
            <ac:picMk id="6" creationId="{ACADFCFA-81ED-0758-2B13-C7C55E6D9AB0}"/>
          </ac:picMkLst>
        </pc:picChg>
        <pc:picChg chg="del mod">
          <ac:chgData name="Rahul Kumar Gumudavelli" userId="134023bcdd4fb793" providerId="LiveId" clId="{387791B4-BB73-4861-A5A7-2C206B61BEF4}" dt="2026-03-16T19:48:43.766" v="59" actId="478"/>
          <ac:picMkLst>
            <pc:docMk/>
            <pc:sldMk cId="3969357488" sldId="259"/>
            <ac:picMk id="8" creationId="{7AC4FFE4-2BA2-D0DD-2299-431782831346}"/>
          </ac:picMkLst>
        </pc:picChg>
      </pc:sldChg>
      <pc:sldChg chg="modSp mod">
        <pc:chgData name="Rahul Kumar Gumudavelli" userId="134023bcdd4fb793" providerId="LiveId" clId="{387791B4-BB73-4861-A5A7-2C206B61BEF4}" dt="2026-03-16T19:51:37.026" v="116" actId="1076"/>
        <pc:sldMkLst>
          <pc:docMk/>
          <pc:sldMk cId="2752357010" sldId="260"/>
        </pc:sldMkLst>
        <pc:spChg chg="mod">
          <ac:chgData name="Rahul Kumar Gumudavelli" userId="134023bcdd4fb793" providerId="LiveId" clId="{387791B4-BB73-4861-A5A7-2C206B61BEF4}" dt="2026-03-16T19:51:37.026" v="116" actId="1076"/>
          <ac:spMkLst>
            <pc:docMk/>
            <pc:sldMk cId="2752357010" sldId="260"/>
            <ac:spMk id="6" creationId="{8F7F8417-63CC-B4E6-9BE8-83633D40F9C4}"/>
          </ac:spMkLst>
        </pc:spChg>
      </pc:sldChg>
      <pc:sldChg chg="addSp delSp modSp mod">
        <pc:chgData name="Rahul Kumar Gumudavelli" userId="134023bcdd4fb793" providerId="LiveId" clId="{387791B4-BB73-4861-A5A7-2C206B61BEF4}" dt="2026-03-16T19:50:56.659" v="111" actId="14100"/>
        <pc:sldMkLst>
          <pc:docMk/>
          <pc:sldMk cId="1863468222" sldId="261"/>
        </pc:sldMkLst>
        <pc:spChg chg="mod">
          <ac:chgData name="Rahul Kumar Gumudavelli" userId="134023bcdd4fb793" providerId="LiveId" clId="{387791B4-BB73-4861-A5A7-2C206B61BEF4}" dt="2026-03-16T19:50:25.224" v="104" actId="20577"/>
          <ac:spMkLst>
            <pc:docMk/>
            <pc:sldMk cId="1863468222" sldId="261"/>
            <ac:spMk id="2" creationId="{FA69553A-C749-89DF-9FF9-E982D2E5DB43}"/>
          </ac:spMkLst>
        </pc:spChg>
        <pc:spChg chg="add del mod">
          <ac:chgData name="Rahul Kumar Gumudavelli" userId="134023bcdd4fb793" providerId="LiveId" clId="{387791B4-BB73-4861-A5A7-2C206B61BEF4}" dt="2026-03-16T19:50:37.902" v="106"/>
          <ac:spMkLst>
            <pc:docMk/>
            <pc:sldMk cId="1863468222" sldId="261"/>
            <ac:spMk id="4" creationId="{D72EA3F5-80B2-1AC4-8221-118F1050419E}"/>
          </ac:spMkLst>
        </pc:spChg>
        <pc:spChg chg="del">
          <ac:chgData name="Rahul Kumar Gumudavelli" userId="134023bcdd4fb793" providerId="LiveId" clId="{387791B4-BB73-4861-A5A7-2C206B61BEF4}" dt="2026-03-16T19:50:14.358" v="68" actId="478"/>
          <ac:spMkLst>
            <pc:docMk/>
            <pc:sldMk cId="1863468222" sldId="261"/>
            <ac:spMk id="5" creationId="{CD0D6DC6-288A-EAC9-F05A-935C492CA5B3}"/>
          </ac:spMkLst>
        </pc:spChg>
        <pc:picChg chg="del">
          <ac:chgData name="Rahul Kumar Gumudavelli" userId="134023bcdd4fb793" providerId="LiveId" clId="{387791B4-BB73-4861-A5A7-2C206B61BEF4}" dt="2026-03-16T19:50:10.615" v="67" actId="478"/>
          <ac:picMkLst>
            <pc:docMk/>
            <pc:sldMk cId="1863468222" sldId="261"/>
            <ac:picMk id="7" creationId="{575DA118-CD6F-424F-AEAE-4E1BD0E18A50}"/>
          </ac:picMkLst>
        </pc:picChg>
        <pc:picChg chg="add mod ord">
          <ac:chgData name="Rahul Kumar Gumudavelli" userId="134023bcdd4fb793" providerId="LiveId" clId="{387791B4-BB73-4861-A5A7-2C206B61BEF4}" dt="2026-03-16T19:50:56.659" v="111" actId="14100"/>
          <ac:picMkLst>
            <pc:docMk/>
            <pc:sldMk cId="1863468222" sldId="261"/>
            <ac:picMk id="8" creationId="{EFFE63A5-FBE2-3B81-B0AA-36D3BAFAA29E}"/>
          </ac:picMkLst>
        </pc:picChg>
      </pc:sldChg>
      <pc:sldChg chg="delSp del mod">
        <pc:chgData name="Rahul Kumar Gumudavelli" userId="134023bcdd4fb793" providerId="LiveId" clId="{387791B4-BB73-4861-A5A7-2C206B61BEF4}" dt="2026-03-16T19:51:10.605" v="113" actId="47"/>
        <pc:sldMkLst>
          <pc:docMk/>
          <pc:sldMk cId="2279334060" sldId="262"/>
        </pc:sldMkLst>
        <pc:picChg chg="del">
          <ac:chgData name="Rahul Kumar Gumudavelli" userId="134023bcdd4fb793" providerId="LiveId" clId="{387791B4-BB73-4861-A5A7-2C206B61BEF4}" dt="2026-03-16T19:51:04.659" v="112" actId="478"/>
          <ac:picMkLst>
            <pc:docMk/>
            <pc:sldMk cId="2279334060" sldId="262"/>
            <ac:picMk id="5" creationId="{78D8CC87-98AC-06BF-C66C-FDE84613C148}"/>
          </ac:picMkLst>
        </pc:picChg>
      </pc:sldChg>
      <pc:sldChg chg="del">
        <pc:chgData name="Rahul Kumar Gumudavelli" userId="134023bcdd4fb793" providerId="LiveId" clId="{387791B4-BB73-4861-A5A7-2C206B61BEF4}" dt="2026-03-16T19:51:14.614" v="114" actId="47"/>
        <pc:sldMkLst>
          <pc:docMk/>
          <pc:sldMk cId="2871882299" sldId="263"/>
        </pc:sldMkLst>
      </pc:sldChg>
      <pc:sldChg chg="del">
        <pc:chgData name="Rahul Kumar Gumudavelli" userId="134023bcdd4fb793" providerId="LiveId" clId="{387791B4-BB73-4861-A5A7-2C206B61BEF4}" dt="2026-03-16T19:51:17.099" v="115" actId="47"/>
        <pc:sldMkLst>
          <pc:docMk/>
          <pc:sldMk cId="2232407104" sldId="264"/>
        </pc:sldMkLst>
      </pc:sldChg>
      <pc:sldChg chg="modSp mod">
        <pc:chgData name="Rahul Kumar Gumudavelli" userId="134023bcdd4fb793" providerId="LiveId" clId="{387791B4-BB73-4861-A5A7-2C206B61BEF4}" dt="2026-03-17T04:34:28.231" v="209" actId="20577"/>
        <pc:sldMkLst>
          <pc:docMk/>
          <pc:sldMk cId="324391091" sldId="265"/>
        </pc:sldMkLst>
        <pc:spChg chg="mod">
          <ac:chgData name="Rahul Kumar Gumudavelli" userId="134023bcdd4fb793" providerId="LiveId" clId="{387791B4-BB73-4861-A5A7-2C206B61BEF4}" dt="2026-03-17T04:34:28.231" v="209" actId="20577"/>
          <ac:spMkLst>
            <pc:docMk/>
            <pc:sldMk cId="324391091" sldId="265"/>
            <ac:spMk id="3" creationId="{9F71F286-2D65-010D-7C2C-7B5602F20DE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0C2243E-96E3-4C5C-9E5C-D78D34D91317}" type="datetimeFigureOut">
              <a:rPr lang="en-IN" smtClean="0"/>
              <a:t>17-03-2026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9CB8E3-BD99-4A31-9EC6-BA2BA5C58AE9}" type="slidenum">
              <a:rPr lang="en-IN" smtClean="0"/>
              <a:t>‹#›</a:t>
            </a:fld>
            <a:endParaRPr lang="en-IN"/>
          </a:p>
        </p:txBody>
      </p:sp>
    </p:spTree>
    <p:extLst>
      <p:ext uri="{BB962C8B-B14F-4D97-AF65-F5344CB8AC3E}">
        <p14:creationId xmlns:p14="http://schemas.microsoft.com/office/powerpoint/2010/main" val="2971738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C2243E-96E3-4C5C-9E5C-D78D34D91317}" type="datetimeFigureOut">
              <a:rPr lang="en-IN" smtClean="0"/>
              <a:t>17-03-2026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9CB8E3-BD99-4A31-9EC6-BA2BA5C58AE9}" type="slidenum">
              <a:rPr lang="en-IN" smtClean="0"/>
              <a:t>‹#›</a:t>
            </a:fld>
            <a:endParaRPr lang="en-IN"/>
          </a:p>
        </p:txBody>
      </p:sp>
    </p:spTree>
    <p:extLst>
      <p:ext uri="{BB962C8B-B14F-4D97-AF65-F5344CB8AC3E}">
        <p14:creationId xmlns:p14="http://schemas.microsoft.com/office/powerpoint/2010/main" val="2169075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C2243E-96E3-4C5C-9E5C-D78D34D91317}" type="datetimeFigureOut">
              <a:rPr lang="en-IN" smtClean="0"/>
              <a:t>17-03-2026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9CB8E3-BD99-4A31-9EC6-BA2BA5C58AE9}" type="slidenum">
              <a:rPr lang="en-IN" smtClean="0"/>
              <a:t>‹#›</a:t>
            </a:fld>
            <a:endParaRPr lang="en-IN"/>
          </a:p>
        </p:txBody>
      </p:sp>
    </p:spTree>
    <p:extLst>
      <p:ext uri="{BB962C8B-B14F-4D97-AF65-F5344CB8AC3E}">
        <p14:creationId xmlns:p14="http://schemas.microsoft.com/office/powerpoint/2010/main" val="779006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0C2243E-96E3-4C5C-9E5C-D78D34D91317}" type="datetimeFigureOut">
              <a:rPr lang="en-IN" smtClean="0"/>
              <a:t>17-03-2026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9CB8E3-BD99-4A31-9EC6-BA2BA5C58AE9}" type="slidenum">
              <a:rPr lang="en-IN" smtClean="0"/>
              <a:t>‹#›</a:t>
            </a:fld>
            <a:endParaRPr lang="en-IN"/>
          </a:p>
        </p:txBody>
      </p:sp>
    </p:spTree>
    <p:extLst>
      <p:ext uri="{BB962C8B-B14F-4D97-AF65-F5344CB8AC3E}">
        <p14:creationId xmlns:p14="http://schemas.microsoft.com/office/powerpoint/2010/main" val="4047364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0C2243E-96E3-4C5C-9E5C-D78D34D91317}" type="datetimeFigureOut">
              <a:rPr lang="en-IN" smtClean="0"/>
              <a:t>17-03-2026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A9CB8E3-BD99-4A31-9EC6-BA2BA5C58AE9}" type="slidenum">
              <a:rPr lang="en-IN" smtClean="0"/>
              <a:t>‹#›</a:t>
            </a:fld>
            <a:endParaRPr lang="en-IN"/>
          </a:p>
        </p:txBody>
      </p:sp>
    </p:spTree>
    <p:extLst>
      <p:ext uri="{BB962C8B-B14F-4D97-AF65-F5344CB8AC3E}">
        <p14:creationId xmlns:p14="http://schemas.microsoft.com/office/powerpoint/2010/main" val="12914383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0C2243E-96E3-4C5C-9E5C-D78D34D91317}" type="datetimeFigureOut">
              <a:rPr lang="en-IN" smtClean="0"/>
              <a:t>17-03-2026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A9CB8E3-BD99-4A31-9EC6-BA2BA5C58AE9}" type="slidenum">
              <a:rPr lang="en-IN" smtClean="0"/>
              <a:t>‹#›</a:t>
            </a:fld>
            <a:endParaRPr lang="en-IN"/>
          </a:p>
        </p:txBody>
      </p:sp>
    </p:spTree>
    <p:extLst>
      <p:ext uri="{BB962C8B-B14F-4D97-AF65-F5344CB8AC3E}">
        <p14:creationId xmlns:p14="http://schemas.microsoft.com/office/powerpoint/2010/main" val="1792685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C2243E-96E3-4C5C-9E5C-D78D34D91317}" type="datetimeFigureOut">
              <a:rPr lang="en-IN" smtClean="0"/>
              <a:t>17-03-2026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A9CB8E3-BD99-4A31-9EC6-BA2BA5C58AE9}" type="slidenum">
              <a:rPr lang="en-IN" smtClean="0"/>
              <a:t>‹#›</a:t>
            </a:fld>
            <a:endParaRPr lang="en-IN"/>
          </a:p>
        </p:txBody>
      </p:sp>
    </p:spTree>
    <p:extLst>
      <p:ext uri="{BB962C8B-B14F-4D97-AF65-F5344CB8AC3E}">
        <p14:creationId xmlns:p14="http://schemas.microsoft.com/office/powerpoint/2010/main" val="3809429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0C2243E-96E3-4C5C-9E5C-D78D34D91317}" type="datetimeFigureOut">
              <a:rPr lang="en-IN" smtClean="0"/>
              <a:t>17-03-2026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9CB8E3-BD99-4A31-9EC6-BA2BA5C58AE9}" type="slidenum">
              <a:rPr lang="en-IN" smtClean="0"/>
              <a:t>‹#›</a:t>
            </a:fld>
            <a:endParaRPr lang="en-IN"/>
          </a:p>
        </p:txBody>
      </p:sp>
    </p:spTree>
    <p:extLst>
      <p:ext uri="{BB962C8B-B14F-4D97-AF65-F5344CB8AC3E}">
        <p14:creationId xmlns:p14="http://schemas.microsoft.com/office/powerpoint/2010/main" val="357272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0C2243E-96E3-4C5C-9E5C-D78D34D91317}" type="datetimeFigureOut">
              <a:rPr lang="en-IN" smtClean="0"/>
              <a:t>17-03-2026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9CB8E3-BD99-4A31-9EC6-BA2BA5C58AE9}" type="slidenum">
              <a:rPr lang="en-IN" smtClean="0"/>
              <a:t>‹#›</a:t>
            </a:fld>
            <a:endParaRPr lang="en-IN"/>
          </a:p>
        </p:txBody>
      </p:sp>
    </p:spTree>
    <p:extLst>
      <p:ext uri="{BB962C8B-B14F-4D97-AF65-F5344CB8AC3E}">
        <p14:creationId xmlns:p14="http://schemas.microsoft.com/office/powerpoint/2010/main" val="10600092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C2243E-96E3-4C5C-9E5C-D78D34D91317}" type="datetimeFigureOut">
              <a:rPr lang="en-IN" smtClean="0"/>
              <a:t>17-03-2026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9CB8E3-BD99-4A31-9EC6-BA2BA5C58AE9}" type="slidenum">
              <a:rPr lang="en-IN" smtClean="0"/>
              <a:t>‹#›</a:t>
            </a:fld>
            <a:endParaRPr lang="en-IN"/>
          </a:p>
        </p:txBody>
      </p:sp>
    </p:spTree>
    <p:extLst>
      <p:ext uri="{BB962C8B-B14F-4D97-AF65-F5344CB8AC3E}">
        <p14:creationId xmlns:p14="http://schemas.microsoft.com/office/powerpoint/2010/main" val="16738673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C2243E-96E3-4C5C-9E5C-D78D34D91317}" type="datetimeFigureOut">
              <a:rPr lang="en-IN" smtClean="0"/>
              <a:t>17-03-2026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9CB8E3-BD99-4A31-9EC6-BA2BA5C58AE9}"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9495572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C2243E-96E3-4C5C-9E5C-D78D34D91317}" type="datetimeFigureOut">
              <a:rPr lang="en-IN" smtClean="0"/>
              <a:t>17-03-2026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9CB8E3-BD99-4A31-9EC6-BA2BA5C58AE9}" type="slidenum">
              <a:rPr lang="en-IN" smtClean="0"/>
              <a:t>‹#›</a:t>
            </a:fld>
            <a:endParaRPr lang="en-IN"/>
          </a:p>
        </p:txBody>
      </p:sp>
    </p:spTree>
    <p:extLst>
      <p:ext uri="{BB962C8B-B14F-4D97-AF65-F5344CB8AC3E}">
        <p14:creationId xmlns:p14="http://schemas.microsoft.com/office/powerpoint/2010/main" val="15885778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C2243E-96E3-4C5C-9E5C-D78D34D91317}" type="datetimeFigureOut">
              <a:rPr lang="en-IN" smtClean="0"/>
              <a:t>17-03-2026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9CB8E3-BD99-4A31-9EC6-BA2BA5C58AE9}"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1633550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C2243E-96E3-4C5C-9E5C-D78D34D91317}" type="datetimeFigureOut">
              <a:rPr lang="en-IN" smtClean="0"/>
              <a:t>17-03-2026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9CB8E3-BD99-4A31-9EC6-BA2BA5C58AE9}" type="slidenum">
              <a:rPr lang="en-IN" smtClean="0"/>
              <a:t>‹#›</a:t>
            </a:fld>
            <a:endParaRPr lang="en-IN"/>
          </a:p>
        </p:txBody>
      </p:sp>
    </p:spTree>
    <p:extLst>
      <p:ext uri="{BB962C8B-B14F-4D97-AF65-F5344CB8AC3E}">
        <p14:creationId xmlns:p14="http://schemas.microsoft.com/office/powerpoint/2010/main" val="7481056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C2243E-96E3-4C5C-9E5C-D78D34D91317}" type="datetimeFigureOut">
              <a:rPr lang="en-IN" smtClean="0"/>
              <a:t>17-03-2026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9CB8E3-BD99-4A31-9EC6-BA2BA5C58AE9}" type="slidenum">
              <a:rPr lang="en-IN" smtClean="0"/>
              <a:t>‹#›</a:t>
            </a:fld>
            <a:endParaRPr lang="en-IN"/>
          </a:p>
        </p:txBody>
      </p:sp>
    </p:spTree>
    <p:extLst>
      <p:ext uri="{BB962C8B-B14F-4D97-AF65-F5344CB8AC3E}">
        <p14:creationId xmlns:p14="http://schemas.microsoft.com/office/powerpoint/2010/main" val="15069095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C2243E-96E3-4C5C-9E5C-D78D34D91317}" type="datetimeFigureOut">
              <a:rPr lang="en-IN" smtClean="0"/>
              <a:t>17-03-2026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9CB8E3-BD99-4A31-9EC6-BA2BA5C58AE9}" type="slidenum">
              <a:rPr lang="en-IN" smtClean="0"/>
              <a:t>‹#›</a:t>
            </a:fld>
            <a:endParaRPr lang="en-IN"/>
          </a:p>
        </p:txBody>
      </p:sp>
    </p:spTree>
    <p:extLst>
      <p:ext uri="{BB962C8B-B14F-4D97-AF65-F5344CB8AC3E}">
        <p14:creationId xmlns:p14="http://schemas.microsoft.com/office/powerpoint/2010/main" val="8139704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0C2243E-96E3-4C5C-9E5C-D78D34D91317}" type="datetimeFigureOut">
              <a:rPr lang="en-IN" smtClean="0"/>
              <a:t>17-03-2026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A9CB8E3-BD99-4A31-9EC6-BA2BA5C58AE9}" type="slidenum">
              <a:rPr lang="en-IN" smtClean="0"/>
              <a:t>‹#›</a:t>
            </a:fld>
            <a:endParaRPr lang="en-IN"/>
          </a:p>
        </p:txBody>
      </p:sp>
    </p:spTree>
    <p:extLst>
      <p:ext uri="{BB962C8B-B14F-4D97-AF65-F5344CB8AC3E}">
        <p14:creationId xmlns:p14="http://schemas.microsoft.com/office/powerpoint/2010/main" val="874686621"/>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 id="2147483841" r:id="rId15"/>
    <p:sldLayoutId id="214748384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ACC25-BA50-F129-AED0-77C0084045D9}"/>
              </a:ext>
            </a:extLst>
          </p:cNvPr>
          <p:cNvSpPr>
            <a:spLocks noGrp="1"/>
          </p:cNvSpPr>
          <p:nvPr>
            <p:ph type="ctrTitle"/>
          </p:nvPr>
        </p:nvSpPr>
        <p:spPr>
          <a:xfrm>
            <a:off x="2753805" y="2779776"/>
            <a:ext cx="8915399" cy="2262781"/>
          </a:xfrm>
        </p:spPr>
        <p:txBody>
          <a:bodyPr>
            <a:normAutofit/>
          </a:bodyPr>
          <a:lstStyle/>
          <a:p>
            <a:r>
              <a:rPr lang="en-US" sz="6000" b="1" dirty="0">
                <a:solidFill>
                  <a:srgbClr val="028090"/>
                </a:solidFill>
                <a:latin typeface="Times New Roman" panose="02020603050405020304" pitchFamily="18" charset="0"/>
                <a:ea typeface="Arial Black" pitchFamily="34" charset="-122"/>
                <a:cs typeface="Times New Roman" panose="02020603050405020304" pitchFamily="18" charset="0"/>
              </a:rPr>
              <a:t>PIZZA STORE</a:t>
            </a:r>
            <a:br>
              <a:rPr lang="en-US" sz="6000" dirty="0">
                <a:latin typeface="Times New Roman" panose="02020603050405020304" pitchFamily="18" charset="0"/>
                <a:cs typeface="Times New Roman" panose="02020603050405020304" pitchFamily="18" charset="0"/>
              </a:rPr>
            </a:br>
            <a:endParaRPr lang="en-IN" sz="60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BE409A0-1669-97E5-3D97-C7331B4EFB10}"/>
              </a:ext>
            </a:extLst>
          </p:cNvPr>
          <p:cNvSpPr>
            <a:spLocks noGrp="1"/>
          </p:cNvSpPr>
          <p:nvPr>
            <p:ph type="subTitle" idx="1"/>
          </p:nvPr>
        </p:nvSpPr>
        <p:spPr>
          <a:xfrm>
            <a:off x="4650938" y="4301891"/>
            <a:ext cx="6079299" cy="740666"/>
          </a:xfrm>
        </p:spPr>
        <p:txBody>
          <a:bodyPr>
            <a:normAutofit/>
          </a:bodyPr>
          <a:lstStyle/>
          <a:p>
            <a:r>
              <a:rPr lang="en-US" sz="1600" i="1" dirty="0">
                <a:solidFill>
                  <a:srgbClr val="014D56"/>
                </a:solidFill>
                <a:latin typeface="Times New Roman" panose="02020603050405020304" pitchFamily="18" charset="0"/>
                <a:cs typeface="Times New Roman" panose="02020603050405020304" pitchFamily="18" charset="0"/>
              </a:rPr>
              <a:t>MERN Stack Full-Stack E-Commerce Application</a:t>
            </a: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D2F1011-24AE-D78D-7393-F6BE9515BC96}"/>
              </a:ext>
            </a:extLst>
          </p:cNvPr>
          <p:cNvSpPr txBox="1"/>
          <p:nvPr/>
        </p:nvSpPr>
        <p:spPr>
          <a:xfrm>
            <a:off x="678941" y="378937"/>
            <a:ext cx="5623535" cy="2951064"/>
          </a:xfrm>
          <a:prstGeom prst="rect">
            <a:avLst/>
          </a:prstGeom>
          <a:noFill/>
        </p:spPr>
        <p:txBody>
          <a:bodyPr wrap="square">
            <a:spAutoFit/>
          </a:bodyPr>
          <a:lstStyle/>
          <a:p>
            <a:pPr algn="just">
              <a:lnSpc>
                <a:spcPct val="150000"/>
              </a:lnSpc>
            </a:pPr>
            <a:r>
              <a:rPr lang="en-US" b="1" dirty="0">
                <a:solidFill>
                  <a:srgbClr val="3E67C8"/>
                </a:solidFill>
                <a:latin typeface="Times New Roman" panose="02020603050405020304" pitchFamily="18" charset="0"/>
                <a:ea typeface="Poppins Semi-Bold"/>
                <a:cs typeface="Times New Roman" panose="02020603050405020304" pitchFamily="18" charset="0"/>
                <a:sym typeface="Poppins Semi-Bold"/>
              </a:rPr>
              <a:t>WIPRO CAPSTONE PROJECT</a:t>
            </a:r>
          </a:p>
          <a:p>
            <a:pPr algn="just">
              <a:lnSpc>
                <a:spcPct val="150000"/>
              </a:lnSpc>
            </a:pPr>
            <a:r>
              <a:rPr lang="en-US" b="1" dirty="0">
                <a:solidFill>
                  <a:srgbClr val="3E67C8"/>
                </a:solidFill>
                <a:latin typeface="Times New Roman" panose="02020603050405020304" pitchFamily="18" charset="0"/>
                <a:ea typeface="Poppins Semi-Bold"/>
                <a:cs typeface="Times New Roman" panose="02020603050405020304" pitchFamily="18" charset="0"/>
                <a:sym typeface="Poppins Semi-Bold"/>
              </a:rPr>
              <a:t>GREAT LEARNING </a:t>
            </a:r>
          </a:p>
          <a:p>
            <a:pPr marL="0" indent="0" algn="just">
              <a:lnSpc>
                <a:spcPct val="150000"/>
              </a:lnSpc>
              <a:buNone/>
            </a:pPr>
            <a:r>
              <a:rPr lang="en-US" sz="1800" dirty="0">
                <a:solidFill>
                  <a:schemeClr val="tx1">
                    <a:lumMod val="75000"/>
                    <a:lumOff val="25000"/>
                  </a:schemeClr>
                </a:solidFill>
                <a:latin typeface="Times New Roman" panose="02020603050405020304" pitchFamily="18" charset="0"/>
                <a:cs typeface="Times New Roman" panose="02020603050405020304" pitchFamily="18" charset="0"/>
              </a:rPr>
              <a:t>NAME :  Gumudavelli Rahu</a:t>
            </a:r>
            <a:r>
              <a:rPr lang="en-US" dirty="0">
                <a:solidFill>
                  <a:schemeClr val="tx1">
                    <a:lumMod val="75000"/>
                    <a:lumOff val="25000"/>
                  </a:schemeClr>
                </a:solidFill>
                <a:latin typeface="Times New Roman" panose="02020603050405020304" pitchFamily="18" charset="0"/>
                <a:cs typeface="Times New Roman" panose="02020603050405020304" pitchFamily="18" charset="0"/>
              </a:rPr>
              <a:t>l Kumar</a:t>
            </a:r>
            <a:endParaRPr lang="en-US" sz="18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0" indent="0" algn="just">
              <a:lnSpc>
                <a:spcPct val="150000"/>
              </a:lnSpc>
              <a:buNone/>
            </a:pPr>
            <a:r>
              <a:rPr lang="en-US" sz="1800" dirty="0">
                <a:solidFill>
                  <a:schemeClr val="tx1">
                    <a:lumMod val="75000"/>
                    <a:lumOff val="25000"/>
                  </a:schemeClr>
                </a:solidFill>
                <a:latin typeface="Times New Roman" panose="02020603050405020304" pitchFamily="18" charset="0"/>
                <a:cs typeface="Times New Roman" panose="02020603050405020304" pitchFamily="18" charset="0"/>
              </a:rPr>
              <a:t>EMAIL : </a:t>
            </a:r>
            <a:r>
              <a:rPr lang="en-US" dirty="0">
                <a:solidFill>
                  <a:schemeClr val="tx1">
                    <a:lumMod val="75000"/>
                    <a:lumOff val="25000"/>
                  </a:schemeClr>
                </a:solidFill>
                <a:latin typeface="Times New Roman" panose="02020603050405020304" pitchFamily="18" charset="0"/>
                <a:cs typeface="Times New Roman" panose="02020603050405020304" pitchFamily="18" charset="0"/>
              </a:rPr>
              <a:t>rahulkumargumudavelli</a:t>
            </a:r>
            <a:r>
              <a:rPr lang="en-US" sz="1800" dirty="0">
                <a:solidFill>
                  <a:schemeClr val="tx1">
                    <a:lumMod val="75000"/>
                    <a:lumOff val="25000"/>
                  </a:schemeClr>
                </a:solidFill>
                <a:latin typeface="Times New Roman" panose="02020603050405020304" pitchFamily="18" charset="0"/>
                <a:cs typeface="Times New Roman" panose="02020603050405020304" pitchFamily="18" charset="0"/>
              </a:rPr>
              <a:t>@gmail.com</a:t>
            </a:r>
          </a:p>
          <a:p>
            <a:pPr marL="0" indent="0" algn="just">
              <a:lnSpc>
                <a:spcPct val="150000"/>
              </a:lnSpc>
              <a:buNone/>
            </a:pPr>
            <a:r>
              <a:rPr lang="en-US" sz="1800" dirty="0">
                <a:solidFill>
                  <a:schemeClr val="tx1">
                    <a:lumMod val="75000"/>
                    <a:lumOff val="25000"/>
                  </a:schemeClr>
                </a:solidFill>
                <a:latin typeface="Times New Roman" panose="02020603050405020304" pitchFamily="18" charset="0"/>
                <a:cs typeface="Times New Roman" panose="02020603050405020304" pitchFamily="18" charset="0"/>
              </a:rPr>
              <a:t>PROJECT </a:t>
            </a:r>
            <a:r>
              <a:rPr lang="en-US" dirty="0">
                <a:solidFill>
                  <a:schemeClr val="tx1">
                    <a:lumMod val="75000"/>
                    <a:lumOff val="25000"/>
                  </a:schemeClr>
                </a:solidFill>
                <a:latin typeface="Times New Roman" panose="02020603050405020304" pitchFamily="18" charset="0"/>
                <a:cs typeface="Times New Roman" panose="02020603050405020304" pitchFamily="18" charset="0"/>
              </a:rPr>
              <a:t>NAME</a:t>
            </a:r>
            <a:r>
              <a:rPr lang="en-US" sz="1800" dirty="0">
                <a:solidFill>
                  <a:schemeClr val="tx1">
                    <a:lumMod val="75000"/>
                    <a:lumOff val="25000"/>
                  </a:schemeClr>
                </a:solidFill>
                <a:latin typeface="Times New Roman" panose="02020603050405020304" pitchFamily="18" charset="0"/>
                <a:cs typeface="Times New Roman" panose="02020603050405020304" pitchFamily="18" charset="0"/>
              </a:rPr>
              <a:t> :  Pizza Store</a:t>
            </a:r>
          </a:p>
          <a:p>
            <a:pPr algn="just">
              <a:lnSpc>
                <a:spcPct val="150000"/>
              </a:lnSpc>
            </a:pPr>
            <a:r>
              <a:rPr lang="en-US" dirty="0">
                <a:solidFill>
                  <a:schemeClr val="tx1">
                    <a:lumMod val="75000"/>
                    <a:lumOff val="25000"/>
                  </a:schemeClr>
                </a:solidFill>
                <a:latin typeface="Times New Roman" panose="02020603050405020304" pitchFamily="18" charset="0"/>
                <a:ea typeface="Poppins Semi-Bold"/>
                <a:cs typeface="Times New Roman" panose="02020603050405020304" pitchFamily="18" charset="0"/>
                <a:sym typeface="Poppins Semi-Bold"/>
              </a:rPr>
              <a:t>WIPRO NGA –MERN-FY26</a:t>
            </a:r>
          </a:p>
          <a:p>
            <a:pPr marL="0" indent="0" algn="just">
              <a:lnSpc>
                <a:spcPct val="150000"/>
              </a:lnSpc>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1210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AF7B8-6EC6-9CFB-A981-BA5C43A3A496}"/>
              </a:ext>
            </a:extLst>
          </p:cNvPr>
          <p:cNvSpPr>
            <a:spLocks noGrp="1"/>
          </p:cNvSpPr>
          <p:nvPr>
            <p:ph type="title"/>
          </p:nvPr>
        </p:nvSpPr>
        <p:spPr>
          <a:xfrm>
            <a:off x="1640156" y="624110"/>
            <a:ext cx="8911687" cy="811498"/>
          </a:xfrm>
        </p:spPr>
        <p:txBody>
          <a:bodyPr>
            <a:normAutofit fontScale="90000"/>
          </a:bodyPr>
          <a:lstStyle/>
          <a:p>
            <a:r>
              <a:rPr lang="en-US" dirty="0">
                <a:solidFill>
                  <a:schemeClr val="tx1"/>
                </a:solidFill>
                <a:latin typeface="Times New Roman" panose="02020603050405020304" pitchFamily="18" charset="0"/>
                <a:ea typeface="Montserrat Ultra-Bold"/>
                <a:cs typeface="Times New Roman" panose="02020603050405020304" pitchFamily="18" charset="0"/>
                <a:sym typeface="Montserrat Ultra-Bold"/>
              </a:rPr>
              <a:t>DESCRIPTION</a:t>
            </a:r>
            <a:br>
              <a:rPr lang="en-US" dirty="0">
                <a:solidFill>
                  <a:schemeClr val="tx1"/>
                </a:solidFill>
                <a:latin typeface="Times New Roman" panose="02020603050405020304" pitchFamily="18" charset="0"/>
                <a:ea typeface="Montserrat Ultra-Bold"/>
                <a:cs typeface="Times New Roman" panose="02020603050405020304" pitchFamily="18" charset="0"/>
                <a:sym typeface="Montserrat Ultra-Bold"/>
              </a:rPr>
            </a:br>
            <a:endParaRPr lang="en-IN"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D29D7AF-160B-58AA-8C11-9E3C831D5CBF}"/>
              </a:ext>
            </a:extLst>
          </p:cNvPr>
          <p:cNvSpPr>
            <a:spLocks noGrp="1"/>
          </p:cNvSpPr>
          <p:nvPr>
            <p:ph idx="1"/>
          </p:nvPr>
        </p:nvSpPr>
        <p:spPr>
          <a:xfrm>
            <a:off x="1640156" y="1257300"/>
            <a:ext cx="9762412" cy="3316224"/>
          </a:xfrm>
        </p:spPr>
        <p:txBody>
          <a:bodyPr>
            <a:normAutofit/>
          </a:bodyPr>
          <a:lstStyle/>
          <a:p>
            <a:r>
              <a:rPr lang="en-US" dirty="0"/>
              <a:t>Pizza Store is a full-stack MERN e-commerce application designed for ordering pizzas online. Customers can register, browse menu items by category, add items to their cart, and place orders for delivery or pickup. The system also allows users to make payments, track their orders, and receive order notifications.</a:t>
            </a:r>
          </a:p>
          <a:p>
            <a:r>
              <a:rPr lang="en-US" dirty="0"/>
              <a:t>Administrators can manage menu categories and items, process customer orders, and monitor store operations. The application is built using Node.js and Express.js for the backend, MongoDB for the database, and React with Redux for the frontend. JWT authentication ensures secure access and proper user authorization within the system.</a:t>
            </a:r>
          </a:p>
        </p:txBody>
      </p:sp>
      <p:sp>
        <p:nvSpPr>
          <p:cNvPr id="6" name="TextBox 5">
            <a:extLst>
              <a:ext uri="{FF2B5EF4-FFF2-40B4-BE49-F238E27FC236}">
                <a16:creationId xmlns:a16="http://schemas.microsoft.com/office/drawing/2014/main" id="{8F7F8417-63CC-B4E6-9BE8-83633D40F9C4}"/>
              </a:ext>
            </a:extLst>
          </p:cNvPr>
          <p:cNvSpPr txBox="1"/>
          <p:nvPr/>
        </p:nvSpPr>
        <p:spPr>
          <a:xfrm>
            <a:off x="1848463" y="3914052"/>
            <a:ext cx="7876819" cy="2585323"/>
          </a:xfrm>
          <a:prstGeom prst="rect">
            <a:avLst/>
          </a:prstGeom>
          <a:noFill/>
        </p:spPr>
        <p:txBody>
          <a:bodyPr wrap="square" numCol="2" rtlCol="0">
            <a:spAutoFit/>
          </a:bodyPr>
          <a:lstStyle/>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MongoDB</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Express.js</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React.js</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Node.js</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Redux</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JWT Auth</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REST API</a:t>
            </a:r>
          </a:p>
          <a:p>
            <a:pPr marL="285750" indent="-28575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2357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320FF-23A8-0D6A-65F1-64A3CC8EB409}"/>
              </a:ext>
            </a:extLst>
          </p:cNvPr>
          <p:cNvSpPr>
            <a:spLocks noGrp="1"/>
          </p:cNvSpPr>
          <p:nvPr>
            <p:ph type="title"/>
          </p:nvPr>
        </p:nvSpPr>
        <p:spPr>
          <a:xfrm>
            <a:off x="1640156" y="660686"/>
            <a:ext cx="8911687" cy="747490"/>
          </a:xfrm>
        </p:spPr>
        <p:txBody>
          <a:bodyPr>
            <a:normAutofit fontScale="90000"/>
          </a:bodyPr>
          <a:lstStyle/>
          <a:p>
            <a:r>
              <a:rPr lang="en-US" b="1" dirty="0">
                <a:solidFill>
                  <a:schemeClr val="tx1"/>
                </a:solidFill>
                <a:latin typeface="Times New Roman" panose="02020603050405020304" pitchFamily="18" charset="0"/>
                <a:ea typeface="Montserrat Ultra-Bold"/>
                <a:cs typeface="Times New Roman" panose="02020603050405020304" pitchFamily="18" charset="0"/>
                <a:sym typeface="Montserrat Ultra-Bold"/>
              </a:rPr>
              <a:t>TECHNOLOGIES USED</a:t>
            </a:r>
            <a:br>
              <a:rPr lang="en-US" b="1" dirty="0">
                <a:solidFill>
                  <a:schemeClr val="tx1"/>
                </a:solidFill>
                <a:latin typeface="Times New Roman" panose="02020603050405020304" pitchFamily="18" charset="0"/>
                <a:ea typeface="Montserrat Ultra-Bold"/>
                <a:cs typeface="Times New Roman" panose="02020603050405020304" pitchFamily="18" charset="0"/>
                <a:sym typeface="Montserrat Ultra-Bold"/>
              </a:rPr>
            </a:br>
            <a:endParaRPr lang="en-IN"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E65FAED-1777-E6F1-547D-A4DCCD9B54F4}"/>
              </a:ext>
            </a:extLst>
          </p:cNvPr>
          <p:cNvSpPr>
            <a:spLocks noGrp="1"/>
          </p:cNvSpPr>
          <p:nvPr>
            <p:ph idx="1"/>
          </p:nvPr>
        </p:nvSpPr>
        <p:spPr>
          <a:xfrm>
            <a:off x="1819323" y="1310640"/>
            <a:ext cx="8915400" cy="3777622"/>
          </a:xfrm>
        </p:spPr>
        <p:txBody>
          <a:bodyPr>
            <a:normAutofit lnSpcReduction="10000"/>
          </a:bodyPr>
          <a:lstStyle/>
          <a:p>
            <a:pPr marL="0" indent="0">
              <a:lnSpc>
                <a:spcPct val="155000"/>
              </a:lnSpc>
              <a:buSzPct val="100000"/>
              <a:buNone/>
            </a:pPr>
            <a:r>
              <a:rPr lang="en-US" b="1" dirty="0">
                <a:solidFill>
                  <a:schemeClr val="tx1"/>
                </a:solidFill>
                <a:latin typeface="Times New Roman" panose="02020603050405020304" pitchFamily="18" charset="0"/>
                <a:cs typeface="Times New Roman" panose="02020603050405020304" pitchFamily="18" charset="0"/>
              </a:rPr>
              <a:t>Frontend (Client – React)</a:t>
            </a:r>
            <a:endParaRPr lang="en-US" dirty="0">
              <a:solidFill>
                <a:schemeClr val="tx1"/>
              </a:solidFill>
              <a:latin typeface="Times New Roman" panose="02020603050405020304" pitchFamily="18" charset="0"/>
              <a:cs typeface="Times New Roman" panose="02020603050405020304" pitchFamily="18" charset="0"/>
            </a:endParaRPr>
          </a:p>
          <a:p>
            <a:pPr>
              <a:lnSpc>
                <a:spcPct val="155000"/>
              </a:lnSpc>
              <a:buSzPct val="100000"/>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React.js – Component-based UI library for building the complete user interface</a:t>
            </a:r>
          </a:p>
          <a:p>
            <a:pPr>
              <a:lnSpc>
                <a:spcPct val="155000"/>
              </a:lnSpc>
              <a:buSzPct val="100000"/>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Redux – Centralized state management for auth tokens, cart state, and order data</a:t>
            </a:r>
          </a:p>
          <a:p>
            <a:pPr>
              <a:lnSpc>
                <a:spcPct val="155000"/>
              </a:lnSpc>
              <a:buSzPct val="100000"/>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React Router – Client-side routing between Menu, Cart, Orders, Admin pages</a:t>
            </a:r>
          </a:p>
          <a:p>
            <a:pPr>
              <a:lnSpc>
                <a:spcPct val="155000"/>
              </a:lnSpc>
              <a:buSzPct val="100000"/>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Axios – HTTP client for making REST API calls to the Node.js backend</a:t>
            </a:r>
          </a:p>
          <a:p>
            <a:pPr>
              <a:lnSpc>
                <a:spcPct val="155000"/>
              </a:lnSpc>
              <a:buSzPct val="100000"/>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JWT Authentication – Token stored client-side to maintain secure sessions</a:t>
            </a:r>
          </a:p>
          <a:p>
            <a:pPr>
              <a:lnSpc>
                <a:spcPct val="155000"/>
              </a:lnSpc>
              <a:buSzPct val="100000"/>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Context API (Auth Context) – Manages logged-in user info and role (Admin / Customer)</a:t>
            </a:r>
          </a:p>
          <a:p>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63702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A18C9-D4DF-CC6B-7C77-636029B1AA98}"/>
              </a:ext>
            </a:extLst>
          </p:cNvPr>
          <p:cNvSpPr>
            <a:spLocks noGrp="1"/>
          </p:cNvSpPr>
          <p:nvPr>
            <p:ph type="title"/>
          </p:nvPr>
        </p:nvSpPr>
        <p:spPr>
          <a:xfrm>
            <a:off x="1640156" y="651542"/>
            <a:ext cx="8911687" cy="720058"/>
          </a:xfrm>
        </p:spPr>
        <p:txBody>
          <a:bodyPr>
            <a:normAutofit fontScale="90000"/>
          </a:bodyPr>
          <a:lstStyle/>
          <a:p>
            <a:r>
              <a:rPr lang="en-US" b="1" dirty="0">
                <a:solidFill>
                  <a:schemeClr val="tx1"/>
                </a:solidFill>
                <a:latin typeface="Times New Roman" panose="02020603050405020304" pitchFamily="18" charset="0"/>
                <a:ea typeface="Montserrat Ultra-Bold"/>
                <a:cs typeface="Times New Roman" panose="02020603050405020304" pitchFamily="18" charset="0"/>
                <a:sym typeface="Montserrat Ultra-Bold"/>
              </a:rPr>
              <a:t>TECHNOLOGIES USED</a:t>
            </a:r>
            <a:br>
              <a:rPr lang="en-US" b="1" dirty="0">
                <a:solidFill>
                  <a:schemeClr val="tx1"/>
                </a:solidFill>
                <a:latin typeface="Times New Roman" panose="02020603050405020304" pitchFamily="18" charset="0"/>
                <a:ea typeface="Montserrat Ultra-Bold"/>
                <a:cs typeface="Times New Roman" panose="02020603050405020304" pitchFamily="18" charset="0"/>
                <a:sym typeface="Montserrat Ultra-Bold"/>
              </a:rPr>
            </a:br>
            <a:endParaRPr lang="en-IN"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34C1168-4881-764A-7412-B9944CD24BA4}"/>
              </a:ext>
            </a:extLst>
          </p:cNvPr>
          <p:cNvSpPr>
            <a:spLocks noGrp="1"/>
          </p:cNvSpPr>
          <p:nvPr>
            <p:ph idx="1"/>
          </p:nvPr>
        </p:nvSpPr>
        <p:spPr>
          <a:xfrm>
            <a:off x="1640156" y="1371600"/>
            <a:ext cx="8915400" cy="3777622"/>
          </a:xfrm>
        </p:spPr>
        <p:txBody>
          <a:bodyPr>
            <a:normAutofit fontScale="92500" lnSpcReduction="10000"/>
          </a:bodyPr>
          <a:lstStyle/>
          <a:p>
            <a:pPr marL="0" indent="0" algn="just">
              <a:buNone/>
            </a:pPr>
            <a:r>
              <a:rPr lang="en-US" b="1" dirty="0">
                <a:solidFill>
                  <a:schemeClr val="tx1"/>
                </a:solidFill>
                <a:latin typeface="Times New Roman" panose="02020603050405020304" pitchFamily="18" charset="0"/>
                <a:cs typeface="Times New Roman" panose="02020603050405020304" pitchFamily="18" charset="0"/>
              </a:rPr>
              <a:t>Backend (Server – Node.js / Express)</a:t>
            </a:r>
            <a:endParaRPr lang="en-US" dirty="0">
              <a:solidFill>
                <a:schemeClr val="tx1"/>
              </a:solidFill>
              <a:latin typeface="Times New Roman" panose="02020603050405020304" pitchFamily="18" charset="0"/>
              <a:cs typeface="Times New Roman" panose="02020603050405020304" pitchFamily="18" charset="0"/>
            </a:endParaRPr>
          </a:p>
          <a:p>
            <a:pPr algn="just">
              <a:lnSpc>
                <a:spcPct val="150000"/>
              </a:lnSpc>
              <a:buSzPct val="100000"/>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Node.js + Express.js – RESTful API server with 8 route modules (auth, menu, cart, orders, payments, messages, categories, addresses)</a:t>
            </a:r>
          </a:p>
          <a:p>
            <a:pPr algn="just">
              <a:lnSpc>
                <a:spcPct val="150000"/>
              </a:lnSpc>
              <a:buSzPct val="100000"/>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MongoDB + Mongoose – NoSQL database with 8 collections; seed data populated via seed.js</a:t>
            </a:r>
          </a:p>
          <a:p>
            <a:pPr algn="just">
              <a:lnSpc>
                <a:spcPct val="150000"/>
              </a:lnSpc>
              <a:buSzPct val="100000"/>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JWT (JSON Web Token) – Authentication &amp; role-based access control (Admin vs Customer)</a:t>
            </a:r>
          </a:p>
          <a:p>
            <a:pPr algn="just">
              <a:lnSpc>
                <a:spcPct val="150000"/>
              </a:lnSpc>
              <a:buSzPct val="100000"/>
              <a:buFont typeface="Wingdings" panose="05000000000000000000" pitchFamily="2" charset="2"/>
              <a:buChar char="Ø"/>
            </a:pPr>
            <a:r>
              <a:rPr lang="en-US" dirty="0" err="1">
                <a:solidFill>
                  <a:schemeClr val="tx1"/>
                </a:solidFill>
                <a:latin typeface="Times New Roman" panose="02020603050405020304" pitchFamily="18" charset="0"/>
                <a:cs typeface="Times New Roman" panose="02020603050405020304" pitchFamily="18" charset="0"/>
              </a:rPr>
              <a:t>bcryptjs</a:t>
            </a:r>
            <a:r>
              <a:rPr lang="en-US" dirty="0">
                <a:solidFill>
                  <a:schemeClr val="tx1"/>
                </a:solidFill>
                <a:latin typeface="Times New Roman" panose="02020603050405020304" pitchFamily="18" charset="0"/>
                <a:cs typeface="Times New Roman" panose="02020603050405020304" pitchFamily="18" charset="0"/>
              </a:rPr>
              <a:t> – Password hashing for secure credential storage and login verification</a:t>
            </a:r>
          </a:p>
          <a:p>
            <a:pPr algn="just">
              <a:lnSpc>
                <a:spcPct val="150000"/>
              </a:lnSpc>
              <a:buSzPct val="100000"/>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Stripe / Payment Module – Handles payment processing linked to orders collection</a:t>
            </a:r>
          </a:p>
          <a:p>
            <a:pPr algn="just">
              <a:lnSpc>
                <a:spcPct val="150000"/>
              </a:lnSpc>
              <a:buSzPct val="100000"/>
              <a:buFont typeface="Wingdings" panose="05000000000000000000" pitchFamily="2" charset="2"/>
              <a:buChar char="Ø"/>
            </a:pPr>
            <a:r>
              <a:rPr lang="en-US" dirty="0">
                <a:solidFill>
                  <a:schemeClr val="tx1"/>
                </a:solidFill>
                <a:latin typeface="Times New Roman" panose="02020603050405020304" pitchFamily="18" charset="0"/>
                <a:cs typeface="Times New Roman" panose="02020603050405020304" pitchFamily="18" charset="0"/>
              </a:rPr>
              <a:t>Middleware – CORS, auth guards, error handling across all protected API routes</a:t>
            </a:r>
          </a:p>
          <a:p>
            <a:pPr algn="just">
              <a:buFont typeface="Wingdings" panose="05000000000000000000" pitchFamily="2" charset="2"/>
              <a:buChar char="Ø"/>
            </a:pP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2625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83A5493B-F7C3-379E-FEB5-7610E16F495B}"/>
              </a:ext>
            </a:extLst>
          </p:cNvPr>
          <p:cNvSpPr>
            <a:spLocks noGrp="1"/>
          </p:cNvSpPr>
          <p:nvPr>
            <p:ph idx="1"/>
          </p:nvPr>
        </p:nvSpPr>
        <p:spPr>
          <a:xfrm>
            <a:off x="1766252" y="1283947"/>
            <a:ext cx="1708468" cy="445008"/>
          </a:xfrm>
        </p:spPr>
        <p:txBody>
          <a:bodyPr>
            <a:normAutofit/>
          </a:bodyPr>
          <a:lstStyle/>
          <a:p>
            <a:pPr marL="0" indent="0">
              <a:buNone/>
            </a:pPr>
            <a:endParaRPr lang="en-US" dirty="0">
              <a:solidFill>
                <a:schemeClr val="tx1"/>
              </a:solidFill>
              <a:latin typeface="Times New Roman" panose="02020603050405020304" pitchFamily="18" charset="0"/>
              <a:cs typeface="Times New Roman" panose="02020603050405020304" pitchFamily="18" charset="0"/>
            </a:endParaRPr>
          </a:p>
          <a:p>
            <a:pPr marL="0" indent="0">
              <a:buNone/>
            </a:pP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2A835A57-9190-7B9E-C244-BB402ECFC531}"/>
              </a:ext>
            </a:extLst>
          </p:cNvPr>
          <p:cNvSpPr>
            <a:spLocks noGrp="1"/>
          </p:cNvSpPr>
          <p:nvPr>
            <p:ph type="title"/>
          </p:nvPr>
        </p:nvSpPr>
        <p:spPr>
          <a:xfrm>
            <a:off x="1341785" y="334297"/>
            <a:ext cx="8596668" cy="1320800"/>
          </a:xfrm>
        </p:spPr>
        <p:txBody>
          <a:bodyPr/>
          <a:lstStyle/>
          <a:p>
            <a:r>
              <a:rPr lang="en-US" dirty="0">
                <a:solidFill>
                  <a:schemeClr val="tx1"/>
                </a:solidFill>
                <a:latin typeface="Times New Roman" panose="02020603050405020304" pitchFamily="18" charset="0"/>
                <a:cs typeface="Times New Roman" panose="02020603050405020304" pitchFamily="18" charset="0"/>
              </a:rPr>
              <a:t>ER Diagram</a:t>
            </a:r>
            <a:endParaRPr lang="en-IN" dirty="0">
              <a:solidFill>
                <a:schemeClr val="tx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CADFCFA-81ED-0758-2B13-C7C55E6D9A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1316" y="914400"/>
            <a:ext cx="6661478" cy="5943599"/>
          </a:xfrm>
          <a:prstGeom prst="rect">
            <a:avLst/>
          </a:prstGeom>
        </p:spPr>
      </p:pic>
    </p:spTree>
    <p:extLst>
      <p:ext uri="{BB962C8B-B14F-4D97-AF65-F5344CB8AC3E}">
        <p14:creationId xmlns:p14="http://schemas.microsoft.com/office/powerpoint/2010/main" val="39693574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9553A-C749-89DF-9FF9-E982D2E5DB43}"/>
              </a:ext>
            </a:extLst>
          </p:cNvPr>
          <p:cNvSpPr>
            <a:spLocks noGrp="1"/>
          </p:cNvSpPr>
          <p:nvPr>
            <p:ph type="title"/>
          </p:nvPr>
        </p:nvSpPr>
        <p:spPr>
          <a:xfrm>
            <a:off x="1541365" y="678974"/>
            <a:ext cx="8911687" cy="729202"/>
          </a:xfrm>
        </p:spPr>
        <p:txBody>
          <a:bodyPr>
            <a:normAutofit fontScale="90000"/>
          </a:bodyPr>
          <a:lstStyle/>
          <a:p>
            <a:r>
              <a:rPr lang="en-US" b="1" dirty="0">
                <a:solidFill>
                  <a:schemeClr val="tx1"/>
                </a:solidFill>
                <a:latin typeface="Times New Roman" panose="02020603050405020304" pitchFamily="18" charset="0"/>
                <a:cs typeface="Times New Roman" panose="02020603050405020304" pitchFamily="18" charset="0"/>
              </a:rPr>
              <a:t>Class Diagram</a:t>
            </a:r>
            <a:br>
              <a:rPr lang="en-US" dirty="0">
                <a:solidFill>
                  <a:schemeClr val="tx1"/>
                </a:solidFill>
                <a:latin typeface="Times New Roman" panose="02020603050405020304" pitchFamily="18" charset="0"/>
                <a:cs typeface="Times New Roman" panose="02020603050405020304" pitchFamily="18" charset="0"/>
              </a:rPr>
            </a:br>
            <a:endParaRPr lang="en-IN" dirty="0">
              <a:solidFill>
                <a:schemeClr val="tx1"/>
              </a:solidFill>
              <a:latin typeface="Times New Roman" panose="02020603050405020304" pitchFamily="18" charset="0"/>
              <a:cs typeface="Times New Roman" panose="02020603050405020304" pitchFamily="18" charset="0"/>
            </a:endParaRPr>
          </a:p>
        </p:txBody>
      </p:sp>
      <p:pic>
        <p:nvPicPr>
          <p:cNvPr id="8" name="Content Placeholder 7">
            <a:extLst>
              <a:ext uri="{FF2B5EF4-FFF2-40B4-BE49-F238E27FC236}">
                <a16:creationId xmlns:a16="http://schemas.microsoft.com/office/drawing/2014/main" id="{EFFE63A5-FBE2-3B81-B0AA-36D3BAFAA29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46556" y="1297858"/>
            <a:ext cx="5810864" cy="5341517"/>
          </a:xfrm>
          <a:prstGeom prst="rect">
            <a:avLst/>
          </a:prstGeom>
        </p:spPr>
      </p:pic>
    </p:spTree>
    <p:extLst>
      <p:ext uri="{BB962C8B-B14F-4D97-AF65-F5344CB8AC3E}">
        <p14:creationId xmlns:p14="http://schemas.microsoft.com/office/powerpoint/2010/main" val="1863468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43992-C897-95EB-2544-A4E2E29858BC}"/>
              </a:ext>
            </a:extLst>
          </p:cNvPr>
          <p:cNvSpPr>
            <a:spLocks noGrp="1"/>
          </p:cNvSpPr>
          <p:nvPr>
            <p:ph type="title"/>
          </p:nvPr>
        </p:nvSpPr>
        <p:spPr>
          <a:xfrm>
            <a:off x="1640156" y="646184"/>
            <a:ext cx="8911687" cy="619474"/>
          </a:xfrm>
        </p:spPr>
        <p:txBody>
          <a:bodyPr>
            <a:normAutofit fontScale="90000"/>
          </a:bodyPr>
          <a:lstStyle/>
          <a:p>
            <a:r>
              <a:rPr lang="en-US" b="1" dirty="0">
                <a:solidFill>
                  <a:schemeClr val="tx1"/>
                </a:solidFill>
              </a:rPr>
              <a:t>API ENDPOINTS &amp; DATABASE DESIGN</a:t>
            </a:r>
            <a:br>
              <a:rPr lang="en-US" dirty="0">
                <a:solidFill>
                  <a:schemeClr val="tx1"/>
                </a:solidFill>
              </a:rPr>
            </a:br>
            <a:endParaRPr lang="en-IN" dirty="0">
              <a:solidFill>
                <a:schemeClr val="tx1"/>
              </a:solidFill>
            </a:endParaRPr>
          </a:p>
        </p:txBody>
      </p:sp>
      <p:sp>
        <p:nvSpPr>
          <p:cNvPr id="3" name="Content Placeholder 2">
            <a:extLst>
              <a:ext uri="{FF2B5EF4-FFF2-40B4-BE49-F238E27FC236}">
                <a16:creationId xmlns:a16="http://schemas.microsoft.com/office/drawing/2014/main" id="{9F71F286-2D65-010D-7C2C-7B5602F20DE6}"/>
              </a:ext>
            </a:extLst>
          </p:cNvPr>
          <p:cNvSpPr>
            <a:spLocks noGrp="1"/>
          </p:cNvSpPr>
          <p:nvPr>
            <p:ph idx="1"/>
          </p:nvPr>
        </p:nvSpPr>
        <p:spPr>
          <a:xfrm>
            <a:off x="902970" y="2025134"/>
            <a:ext cx="5989320" cy="3890474"/>
          </a:xfrm>
        </p:spPr>
        <p:txBody>
          <a:bodyPr>
            <a:normAutofit fontScale="85000" lnSpcReduction="10000"/>
          </a:bodyPr>
          <a:lstStyle/>
          <a:p>
            <a:pPr algn="just">
              <a:lnSpc>
                <a:spcPct val="145000"/>
              </a:lnSpc>
              <a:buSzPct val="100000"/>
              <a:buFont typeface="Wingdings" panose="05000000000000000000" pitchFamily="2" charset="2"/>
              <a:buChar char="Ø"/>
            </a:pPr>
            <a:r>
              <a:rPr lang="en-US" dirty="0">
                <a:solidFill>
                  <a:schemeClr val="tx1"/>
                </a:solidFill>
                <a:latin typeface="Consolas" pitchFamily="34" charset="0"/>
                <a:ea typeface="Consolas" pitchFamily="34" charset="-122"/>
                <a:cs typeface="Consolas" pitchFamily="34" charset="-120"/>
              </a:rPr>
              <a:t>POST  /</a:t>
            </a:r>
            <a:r>
              <a:rPr lang="en-US" dirty="0" err="1">
                <a:solidFill>
                  <a:schemeClr val="tx1"/>
                </a:solidFill>
                <a:latin typeface="Consolas" pitchFamily="34" charset="0"/>
                <a:ea typeface="Consolas" pitchFamily="34" charset="-122"/>
                <a:cs typeface="Consolas" pitchFamily="34" charset="-120"/>
              </a:rPr>
              <a:t>api</a:t>
            </a:r>
            <a:r>
              <a:rPr lang="en-US" dirty="0">
                <a:solidFill>
                  <a:schemeClr val="tx1"/>
                </a:solidFill>
                <a:latin typeface="Consolas" pitchFamily="34" charset="0"/>
                <a:ea typeface="Consolas" pitchFamily="34" charset="-122"/>
                <a:cs typeface="Consolas" pitchFamily="34" charset="-120"/>
              </a:rPr>
              <a:t>/auth/register  – Customer registration</a:t>
            </a:r>
            <a:endParaRPr lang="en-US" dirty="0">
              <a:solidFill>
                <a:schemeClr val="tx1"/>
              </a:solidFill>
            </a:endParaRPr>
          </a:p>
          <a:p>
            <a:pPr algn="just">
              <a:lnSpc>
                <a:spcPct val="145000"/>
              </a:lnSpc>
              <a:buSzPct val="100000"/>
              <a:buFont typeface="Wingdings" panose="05000000000000000000" pitchFamily="2" charset="2"/>
              <a:buChar char="Ø"/>
            </a:pPr>
            <a:r>
              <a:rPr lang="en-US" dirty="0">
                <a:solidFill>
                  <a:schemeClr val="tx1"/>
                </a:solidFill>
                <a:latin typeface="Consolas" pitchFamily="34" charset="0"/>
                <a:ea typeface="Consolas" pitchFamily="34" charset="-122"/>
                <a:cs typeface="Consolas" pitchFamily="34" charset="-120"/>
              </a:rPr>
              <a:t>POST  /</a:t>
            </a:r>
            <a:r>
              <a:rPr lang="en-US" dirty="0" err="1">
                <a:solidFill>
                  <a:schemeClr val="tx1"/>
                </a:solidFill>
                <a:latin typeface="Consolas" pitchFamily="34" charset="0"/>
                <a:ea typeface="Consolas" pitchFamily="34" charset="-122"/>
                <a:cs typeface="Consolas" pitchFamily="34" charset="-120"/>
              </a:rPr>
              <a:t>api</a:t>
            </a:r>
            <a:r>
              <a:rPr lang="en-US" dirty="0">
                <a:solidFill>
                  <a:schemeClr val="tx1"/>
                </a:solidFill>
                <a:latin typeface="Consolas" pitchFamily="34" charset="0"/>
                <a:ea typeface="Consolas" pitchFamily="34" charset="-122"/>
                <a:cs typeface="Consolas" pitchFamily="34" charset="-120"/>
              </a:rPr>
              <a:t>/auth/login   – Login + JWT token</a:t>
            </a:r>
            <a:endParaRPr lang="en-US" dirty="0">
              <a:solidFill>
                <a:schemeClr val="tx1"/>
              </a:solidFill>
            </a:endParaRPr>
          </a:p>
          <a:p>
            <a:pPr algn="just">
              <a:lnSpc>
                <a:spcPct val="145000"/>
              </a:lnSpc>
              <a:buSzPct val="100000"/>
              <a:buFont typeface="Wingdings" panose="05000000000000000000" pitchFamily="2" charset="2"/>
              <a:buChar char="Ø"/>
            </a:pPr>
            <a:r>
              <a:rPr lang="en-US" dirty="0">
                <a:solidFill>
                  <a:schemeClr val="tx1"/>
                </a:solidFill>
                <a:latin typeface="Consolas" pitchFamily="34" charset="0"/>
                <a:ea typeface="Consolas" pitchFamily="34" charset="-122"/>
                <a:cs typeface="Consolas" pitchFamily="34" charset="-120"/>
              </a:rPr>
              <a:t>GET   /</a:t>
            </a:r>
            <a:r>
              <a:rPr lang="en-US" dirty="0" err="1">
                <a:solidFill>
                  <a:schemeClr val="tx1"/>
                </a:solidFill>
                <a:latin typeface="Consolas" pitchFamily="34" charset="0"/>
                <a:ea typeface="Consolas" pitchFamily="34" charset="-122"/>
                <a:cs typeface="Consolas" pitchFamily="34" charset="-120"/>
              </a:rPr>
              <a:t>api</a:t>
            </a:r>
            <a:r>
              <a:rPr lang="en-US" dirty="0">
                <a:solidFill>
                  <a:schemeClr val="tx1"/>
                </a:solidFill>
                <a:latin typeface="Consolas" pitchFamily="34" charset="0"/>
                <a:ea typeface="Consolas" pitchFamily="34" charset="-122"/>
                <a:cs typeface="Consolas" pitchFamily="34" charset="-120"/>
              </a:rPr>
              <a:t>/menu      – Fetch all menu items</a:t>
            </a:r>
            <a:endParaRPr lang="en-US" dirty="0">
              <a:solidFill>
                <a:schemeClr val="tx1"/>
              </a:solidFill>
            </a:endParaRPr>
          </a:p>
          <a:p>
            <a:pPr algn="just">
              <a:lnSpc>
                <a:spcPct val="145000"/>
              </a:lnSpc>
              <a:buSzPct val="100000"/>
              <a:buFont typeface="Wingdings" panose="05000000000000000000" pitchFamily="2" charset="2"/>
              <a:buChar char="Ø"/>
            </a:pPr>
            <a:r>
              <a:rPr lang="en-US" dirty="0">
                <a:solidFill>
                  <a:schemeClr val="tx1"/>
                </a:solidFill>
                <a:latin typeface="Consolas" pitchFamily="34" charset="0"/>
                <a:ea typeface="Consolas" pitchFamily="34" charset="-122"/>
                <a:cs typeface="Consolas" pitchFamily="34" charset="-120"/>
              </a:rPr>
              <a:t>POST  /</a:t>
            </a:r>
            <a:r>
              <a:rPr lang="en-US" dirty="0" err="1">
                <a:solidFill>
                  <a:schemeClr val="tx1"/>
                </a:solidFill>
                <a:latin typeface="Consolas" pitchFamily="34" charset="0"/>
                <a:ea typeface="Consolas" pitchFamily="34" charset="-122"/>
                <a:cs typeface="Consolas" pitchFamily="34" charset="-120"/>
              </a:rPr>
              <a:t>api</a:t>
            </a:r>
            <a:r>
              <a:rPr lang="en-US" dirty="0">
                <a:solidFill>
                  <a:schemeClr val="tx1"/>
                </a:solidFill>
                <a:latin typeface="Consolas" pitchFamily="34" charset="0"/>
                <a:ea typeface="Consolas" pitchFamily="34" charset="-122"/>
                <a:cs typeface="Consolas" pitchFamily="34" charset="-120"/>
              </a:rPr>
              <a:t>/cart     – Add item to cart</a:t>
            </a:r>
            <a:endParaRPr lang="en-US" dirty="0">
              <a:solidFill>
                <a:schemeClr val="tx1"/>
              </a:solidFill>
            </a:endParaRPr>
          </a:p>
          <a:p>
            <a:pPr algn="just">
              <a:lnSpc>
                <a:spcPct val="145000"/>
              </a:lnSpc>
              <a:buSzPct val="100000"/>
              <a:buFont typeface="Wingdings" panose="05000000000000000000" pitchFamily="2" charset="2"/>
              <a:buChar char="Ø"/>
            </a:pPr>
            <a:r>
              <a:rPr lang="en-US" dirty="0">
                <a:solidFill>
                  <a:schemeClr val="tx1"/>
                </a:solidFill>
                <a:latin typeface="Consolas" pitchFamily="34" charset="0"/>
                <a:ea typeface="Consolas" pitchFamily="34" charset="-122"/>
                <a:cs typeface="Consolas" pitchFamily="34" charset="-120"/>
              </a:rPr>
              <a:t>POST  /</a:t>
            </a:r>
            <a:r>
              <a:rPr lang="en-US" dirty="0" err="1">
                <a:solidFill>
                  <a:schemeClr val="tx1"/>
                </a:solidFill>
                <a:latin typeface="Consolas" pitchFamily="34" charset="0"/>
                <a:ea typeface="Consolas" pitchFamily="34" charset="-122"/>
                <a:cs typeface="Consolas" pitchFamily="34" charset="-120"/>
              </a:rPr>
              <a:t>api</a:t>
            </a:r>
            <a:r>
              <a:rPr lang="en-US" dirty="0">
                <a:solidFill>
                  <a:schemeClr val="tx1"/>
                </a:solidFill>
                <a:latin typeface="Consolas" pitchFamily="34" charset="0"/>
                <a:ea typeface="Consolas" pitchFamily="34" charset="-122"/>
                <a:cs typeface="Consolas" pitchFamily="34" charset="-120"/>
              </a:rPr>
              <a:t>/orders     – Place new order</a:t>
            </a:r>
            <a:endParaRPr lang="en-US" dirty="0">
              <a:solidFill>
                <a:schemeClr val="tx1"/>
              </a:solidFill>
            </a:endParaRPr>
          </a:p>
          <a:p>
            <a:pPr algn="just">
              <a:lnSpc>
                <a:spcPct val="145000"/>
              </a:lnSpc>
              <a:buSzPct val="100000"/>
              <a:buFont typeface="Wingdings" panose="05000000000000000000" pitchFamily="2" charset="2"/>
              <a:buChar char="Ø"/>
            </a:pPr>
            <a:r>
              <a:rPr lang="en-US" dirty="0">
                <a:solidFill>
                  <a:schemeClr val="tx1"/>
                </a:solidFill>
                <a:latin typeface="Consolas" pitchFamily="34" charset="0"/>
                <a:ea typeface="Consolas" pitchFamily="34" charset="-122"/>
                <a:cs typeface="Consolas" pitchFamily="34" charset="-120"/>
              </a:rPr>
              <a:t>PUT /</a:t>
            </a:r>
            <a:r>
              <a:rPr lang="en-US" dirty="0" err="1">
                <a:solidFill>
                  <a:schemeClr val="tx1"/>
                </a:solidFill>
                <a:latin typeface="Consolas" pitchFamily="34" charset="0"/>
                <a:ea typeface="Consolas" pitchFamily="34" charset="-122"/>
                <a:cs typeface="Consolas" pitchFamily="34" charset="-120"/>
              </a:rPr>
              <a:t>api</a:t>
            </a:r>
            <a:r>
              <a:rPr lang="en-US" dirty="0">
                <a:solidFill>
                  <a:schemeClr val="tx1"/>
                </a:solidFill>
                <a:latin typeface="Consolas" pitchFamily="34" charset="0"/>
                <a:ea typeface="Consolas" pitchFamily="34" charset="-122"/>
                <a:cs typeface="Consolas" pitchFamily="34" charset="-120"/>
              </a:rPr>
              <a:t>/orders/:id – Accept / Reject order (Admin)</a:t>
            </a:r>
            <a:endParaRPr lang="en-US" dirty="0">
              <a:solidFill>
                <a:schemeClr val="tx1"/>
              </a:solidFill>
            </a:endParaRPr>
          </a:p>
          <a:p>
            <a:pPr algn="just">
              <a:lnSpc>
                <a:spcPct val="145000"/>
              </a:lnSpc>
              <a:buSzPct val="100000"/>
              <a:buFont typeface="Wingdings" panose="05000000000000000000" pitchFamily="2" charset="2"/>
              <a:buChar char="Ø"/>
            </a:pPr>
            <a:r>
              <a:rPr lang="en-US" dirty="0">
                <a:solidFill>
                  <a:schemeClr val="tx1"/>
                </a:solidFill>
                <a:latin typeface="Consolas" pitchFamily="34" charset="0"/>
                <a:ea typeface="Consolas" pitchFamily="34" charset="-122"/>
                <a:cs typeface="Consolas" pitchFamily="34" charset="-120"/>
              </a:rPr>
              <a:t>GET  /</a:t>
            </a:r>
            <a:r>
              <a:rPr lang="en-US" dirty="0" err="1">
                <a:solidFill>
                  <a:schemeClr val="tx1"/>
                </a:solidFill>
                <a:latin typeface="Consolas" pitchFamily="34" charset="0"/>
                <a:ea typeface="Consolas" pitchFamily="34" charset="-122"/>
                <a:cs typeface="Consolas" pitchFamily="34" charset="-120"/>
              </a:rPr>
              <a:t>api</a:t>
            </a:r>
            <a:r>
              <a:rPr lang="en-US" dirty="0">
                <a:solidFill>
                  <a:schemeClr val="tx1"/>
                </a:solidFill>
                <a:latin typeface="Consolas" pitchFamily="34" charset="0"/>
                <a:ea typeface="Consolas" pitchFamily="34" charset="-122"/>
                <a:cs typeface="Consolas" pitchFamily="34" charset="-120"/>
              </a:rPr>
              <a:t>/payments    – Revenue data (Admin)</a:t>
            </a:r>
            <a:endParaRPr lang="en-US" dirty="0">
              <a:solidFill>
                <a:schemeClr val="tx1"/>
              </a:solidFill>
            </a:endParaRPr>
          </a:p>
          <a:p>
            <a:pPr algn="just">
              <a:lnSpc>
                <a:spcPct val="145000"/>
              </a:lnSpc>
              <a:buSzPct val="100000"/>
              <a:buFont typeface="Wingdings" panose="05000000000000000000" pitchFamily="2" charset="2"/>
              <a:buChar char="Ø"/>
            </a:pPr>
            <a:r>
              <a:rPr lang="en-US" dirty="0">
                <a:solidFill>
                  <a:schemeClr val="tx1"/>
                </a:solidFill>
                <a:latin typeface="Consolas" pitchFamily="34" charset="0"/>
                <a:ea typeface="Consolas" pitchFamily="34" charset="-122"/>
                <a:cs typeface="Consolas" pitchFamily="34" charset="-120"/>
              </a:rPr>
              <a:t>GET  /</a:t>
            </a:r>
            <a:r>
              <a:rPr lang="en-US" dirty="0" err="1">
                <a:solidFill>
                  <a:schemeClr val="tx1"/>
                </a:solidFill>
                <a:latin typeface="Consolas" pitchFamily="34" charset="0"/>
                <a:ea typeface="Consolas" pitchFamily="34" charset="-122"/>
                <a:cs typeface="Consolas" pitchFamily="34" charset="-120"/>
              </a:rPr>
              <a:t>api</a:t>
            </a:r>
            <a:r>
              <a:rPr lang="en-US" dirty="0">
                <a:solidFill>
                  <a:schemeClr val="tx1"/>
                </a:solidFill>
                <a:latin typeface="Consolas" pitchFamily="34" charset="0"/>
                <a:ea typeface="Consolas" pitchFamily="34" charset="-122"/>
                <a:cs typeface="Consolas" pitchFamily="34" charset="-120"/>
              </a:rPr>
              <a:t>/messages    – Order alert messages</a:t>
            </a:r>
            <a:endParaRPr lang="en-US" dirty="0">
              <a:solidFill>
                <a:schemeClr val="tx1"/>
              </a:solidFill>
            </a:endParaRPr>
          </a:p>
          <a:p>
            <a:pPr algn="just">
              <a:buFont typeface="Wingdings" panose="05000000000000000000" pitchFamily="2" charset="2"/>
              <a:buChar char="Ø"/>
            </a:pPr>
            <a:r>
              <a:rPr lang="en-IN" dirty="0">
                <a:solidFill>
                  <a:schemeClr val="tx1"/>
                </a:solidFill>
                <a:latin typeface="Consolas" panose="020B0609020204030204" pitchFamily="49" charset="0"/>
              </a:rPr>
              <a:t>GET  </a:t>
            </a:r>
            <a:r>
              <a:rPr lang="en-IN" dirty="0"/>
              <a:t>/</a:t>
            </a:r>
            <a:r>
              <a:rPr lang="en-IN" dirty="0" err="1"/>
              <a:t>api</a:t>
            </a:r>
            <a:r>
              <a:rPr lang="en-IN" dirty="0"/>
              <a:t>/cart               </a:t>
            </a:r>
            <a:r>
              <a:rPr lang="en-US" dirty="0">
                <a:solidFill>
                  <a:schemeClr val="tx1"/>
                </a:solidFill>
                <a:latin typeface="Consolas" pitchFamily="34" charset="0"/>
                <a:ea typeface="Consolas" pitchFamily="34" charset="-122"/>
                <a:cs typeface="Consolas" pitchFamily="34" charset="-120"/>
              </a:rPr>
              <a:t>– Fetch cart items</a:t>
            </a:r>
            <a:endParaRPr lang="en-IN" dirty="0"/>
          </a:p>
          <a:p>
            <a:pPr algn="just">
              <a:buFont typeface="Wingdings" panose="05000000000000000000" pitchFamily="2" charset="2"/>
              <a:buChar char="Ø"/>
            </a:pPr>
            <a:endParaRPr lang="en-IN" dirty="0">
              <a:solidFill>
                <a:schemeClr val="tx1"/>
              </a:solidFill>
              <a:latin typeface="Consolas" panose="020B0609020204030204" pitchFamily="49" charset="0"/>
            </a:endParaRPr>
          </a:p>
        </p:txBody>
      </p:sp>
      <p:sp>
        <p:nvSpPr>
          <p:cNvPr id="7" name="TextBox 6">
            <a:extLst>
              <a:ext uri="{FF2B5EF4-FFF2-40B4-BE49-F238E27FC236}">
                <a16:creationId xmlns:a16="http://schemas.microsoft.com/office/drawing/2014/main" id="{8B82D048-CF8D-EA6B-C0B2-48D815E15CB8}"/>
              </a:ext>
            </a:extLst>
          </p:cNvPr>
          <p:cNvSpPr txBox="1"/>
          <p:nvPr/>
        </p:nvSpPr>
        <p:spPr>
          <a:xfrm>
            <a:off x="797814" y="1485852"/>
            <a:ext cx="6094476" cy="369332"/>
          </a:xfrm>
          <a:prstGeom prst="rect">
            <a:avLst/>
          </a:prstGeom>
          <a:noFill/>
        </p:spPr>
        <p:txBody>
          <a:bodyPr wrap="square">
            <a:spAutoFit/>
          </a:bodyPr>
          <a:lstStyle/>
          <a:p>
            <a:pPr marL="0" indent="0">
              <a:buNone/>
            </a:pPr>
            <a:r>
              <a:rPr lang="en-US" sz="1800" b="1" dirty="0"/>
              <a:t>REST API Endpoints</a:t>
            </a:r>
            <a:endParaRPr lang="en-US" sz="1800" dirty="0"/>
          </a:p>
        </p:txBody>
      </p:sp>
      <p:sp>
        <p:nvSpPr>
          <p:cNvPr id="71" name="Shape 8">
            <a:extLst>
              <a:ext uri="{FF2B5EF4-FFF2-40B4-BE49-F238E27FC236}">
                <a16:creationId xmlns:a16="http://schemas.microsoft.com/office/drawing/2014/main" id="{617A621D-9324-32D5-D84D-D1B128F4BC93}"/>
              </a:ext>
            </a:extLst>
          </p:cNvPr>
          <p:cNvSpPr/>
          <p:nvPr/>
        </p:nvSpPr>
        <p:spPr>
          <a:xfrm>
            <a:off x="8010906" y="1855184"/>
            <a:ext cx="3383280" cy="402336"/>
          </a:xfrm>
          <a:prstGeom prst="roundRect">
            <a:avLst>
              <a:gd name="adj" fmla="val 11364"/>
            </a:avLst>
          </a:prstGeom>
          <a:solidFill>
            <a:srgbClr val="C8E6E0"/>
          </a:solidFill>
          <a:ln w="6350">
            <a:solidFill>
              <a:srgbClr val="DDDDDD"/>
            </a:solidFill>
            <a:prstDash val="solid"/>
          </a:ln>
        </p:spPr>
      </p:sp>
      <p:sp>
        <p:nvSpPr>
          <p:cNvPr id="72" name="Text 9">
            <a:extLst>
              <a:ext uri="{FF2B5EF4-FFF2-40B4-BE49-F238E27FC236}">
                <a16:creationId xmlns:a16="http://schemas.microsoft.com/office/drawing/2014/main" id="{477C6F44-E52F-A102-9168-8F258457CAB5}"/>
              </a:ext>
            </a:extLst>
          </p:cNvPr>
          <p:cNvSpPr/>
          <p:nvPr/>
        </p:nvSpPr>
        <p:spPr>
          <a:xfrm>
            <a:off x="8084058" y="1900904"/>
            <a:ext cx="1371600" cy="310896"/>
          </a:xfrm>
          <a:prstGeom prst="rect">
            <a:avLst/>
          </a:prstGeom>
          <a:noFill/>
          <a:ln/>
        </p:spPr>
        <p:txBody>
          <a:bodyPr wrap="square" rtlCol="0" anchor="ctr"/>
          <a:lstStyle/>
          <a:p>
            <a:pPr marL="0" indent="0">
              <a:buNone/>
            </a:pPr>
            <a:r>
              <a:rPr lang="en-US" sz="1100" b="1" dirty="0">
                <a:solidFill>
                  <a:srgbClr val="028090"/>
                </a:solidFill>
                <a:latin typeface="Consolas" pitchFamily="34" charset="0"/>
                <a:ea typeface="Consolas" pitchFamily="34" charset="-122"/>
                <a:cs typeface="Consolas" pitchFamily="34" charset="-120"/>
              </a:rPr>
              <a:t>users</a:t>
            </a:r>
            <a:endParaRPr lang="en-US" sz="1100" dirty="0"/>
          </a:p>
        </p:txBody>
      </p:sp>
      <p:sp>
        <p:nvSpPr>
          <p:cNvPr id="73" name="Text 10">
            <a:extLst>
              <a:ext uri="{FF2B5EF4-FFF2-40B4-BE49-F238E27FC236}">
                <a16:creationId xmlns:a16="http://schemas.microsoft.com/office/drawing/2014/main" id="{F3162B45-735D-500A-F75A-1A9AE0CFF12C}"/>
              </a:ext>
            </a:extLst>
          </p:cNvPr>
          <p:cNvSpPr/>
          <p:nvPr/>
        </p:nvSpPr>
        <p:spPr>
          <a:xfrm>
            <a:off x="9501378" y="1928336"/>
            <a:ext cx="1783080" cy="256032"/>
          </a:xfrm>
          <a:prstGeom prst="rect">
            <a:avLst/>
          </a:prstGeom>
          <a:noFill/>
          <a:ln/>
        </p:spPr>
        <p:txBody>
          <a:bodyPr wrap="square" rtlCol="0" anchor="ctr"/>
          <a:lstStyle/>
          <a:p>
            <a:pPr marL="0" indent="0">
              <a:buNone/>
            </a:pPr>
            <a:r>
              <a:rPr lang="en-US" sz="1000" dirty="0">
                <a:solidFill>
                  <a:srgbClr val="555555"/>
                </a:solidFill>
              </a:rPr>
              <a:t>Auth &amp; profile data</a:t>
            </a:r>
            <a:endParaRPr lang="en-US" sz="1000" dirty="0"/>
          </a:p>
        </p:txBody>
      </p:sp>
      <p:sp>
        <p:nvSpPr>
          <p:cNvPr id="74" name="Shape 11">
            <a:extLst>
              <a:ext uri="{FF2B5EF4-FFF2-40B4-BE49-F238E27FC236}">
                <a16:creationId xmlns:a16="http://schemas.microsoft.com/office/drawing/2014/main" id="{E2C5F70C-9E4F-30AC-056C-99590E14A8FD}"/>
              </a:ext>
            </a:extLst>
          </p:cNvPr>
          <p:cNvSpPr/>
          <p:nvPr/>
        </p:nvSpPr>
        <p:spPr>
          <a:xfrm>
            <a:off x="8010906" y="2330672"/>
            <a:ext cx="3383280" cy="402336"/>
          </a:xfrm>
          <a:prstGeom prst="roundRect">
            <a:avLst>
              <a:gd name="adj" fmla="val 11364"/>
            </a:avLst>
          </a:prstGeom>
          <a:solidFill>
            <a:srgbClr val="FFFFFF"/>
          </a:solidFill>
          <a:ln w="6350">
            <a:solidFill>
              <a:srgbClr val="DDDDDD"/>
            </a:solidFill>
            <a:prstDash val="solid"/>
          </a:ln>
        </p:spPr>
      </p:sp>
      <p:sp>
        <p:nvSpPr>
          <p:cNvPr id="75" name="Text 12">
            <a:extLst>
              <a:ext uri="{FF2B5EF4-FFF2-40B4-BE49-F238E27FC236}">
                <a16:creationId xmlns:a16="http://schemas.microsoft.com/office/drawing/2014/main" id="{0911FA89-760F-DC03-9D8D-6B31BF89F721}"/>
              </a:ext>
            </a:extLst>
          </p:cNvPr>
          <p:cNvSpPr/>
          <p:nvPr/>
        </p:nvSpPr>
        <p:spPr>
          <a:xfrm>
            <a:off x="8084058" y="2376392"/>
            <a:ext cx="1371600" cy="310896"/>
          </a:xfrm>
          <a:prstGeom prst="rect">
            <a:avLst/>
          </a:prstGeom>
          <a:noFill/>
          <a:ln/>
        </p:spPr>
        <p:txBody>
          <a:bodyPr wrap="square" rtlCol="0" anchor="ctr"/>
          <a:lstStyle/>
          <a:p>
            <a:pPr marL="0" indent="0">
              <a:buNone/>
            </a:pPr>
            <a:r>
              <a:rPr lang="en-US" sz="1100" b="1" dirty="0">
                <a:solidFill>
                  <a:srgbClr val="028090"/>
                </a:solidFill>
                <a:latin typeface="Consolas" pitchFamily="34" charset="0"/>
                <a:ea typeface="Consolas" pitchFamily="34" charset="-122"/>
                <a:cs typeface="Consolas" pitchFamily="34" charset="-120"/>
              </a:rPr>
              <a:t>categories</a:t>
            </a:r>
            <a:endParaRPr lang="en-US" sz="1100" dirty="0"/>
          </a:p>
        </p:txBody>
      </p:sp>
      <p:sp>
        <p:nvSpPr>
          <p:cNvPr id="76" name="Text 13">
            <a:extLst>
              <a:ext uri="{FF2B5EF4-FFF2-40B4-BE49-F238E27FC236}">
                <a16:creationId xmlns:a16="http://schemas.microsoft.com/office/drawing/2014/main" id="{FD61253D-AF20-F4D2-96AE-8DC15DC230B4}"/>
              </a:ext>
            </a:extLst>
          </p:cNvPr>
          <p:cNvSpPr/>
          <p:nvPr/>
        </p:nvSpPr>
        <p:spPr>
          <a:xfrm>
            <a:off x="9501378" y="2403824"/>
            <a:ext cx="1783080" cy="256032"/>
          </a:xfrm>
          <a:prstGeom prst="rect">
            <a:avLst/>
          </a:prstGeom>
          <a:noFill/>
          <a:ln/>
        </p:spPr>
        <p:txBody>
          <a:bodyPr wrap="square" rtlCol="0" anchor="ctr"/>
          <a:lstStyle/>
          <a:p>
            <a:pPr marL="0" indent="0">
              <a:buNone/>
            </a:pPr>
            <a:r>
              <a:rPr lang="en-US" sz="1000" dirty="0">
                <a:solidFill>
                  <a:srgbClr val="555555"/>
                </a:solidFill>
              </a:rPr>
              <a:t>Pizza categories</a:t>
            </a:r>
            <a:endParaRPr lang="en-US" sz="1000" dirty="0"/>
          </a:p>
        </p:txBody>
      </p:sp>
      <p:sp>
        <p:nvSpPr>
          <p:cNvPr id="77" name="Shape 14">
            <a:extLst>
              <a:ext uri="{FF2B5EF4-FFF2-40B4-BE49-F238E27FC236}">
                <a16:creationId xmlns:a16="http://schemas.microsoft.com/office/drawing/2014/main" id="{EF4C8F64-57D6-E23A-81A8-CA26C1F9A62A}"/>
              </a:ext>
            </a:extLst>
          </p:cNvPr>
          <p:cNvSpPr/>
          <p:nvPr/>
        </p:nvSpPr>
        <p:spPr>
          <a:xfrm>
            <a:off x="8010906" y="2806160"/>
            <a:ext cx="3383280" cy="402336"/>
          </a:xfrm>
          <a:prstGeom prst="roundRect">
            <a:avLst>
              <a:gd name="adj" fmla="val 11364"/>
            </a:avLst>
          </a:prstGeom>
          <a:solidFill>
            <a:srgbClr val="C8E6E0"/>
          </a:solidFill>
          <a:ln w="6350">
            <a:solidFill>
              <a:srgbClr val="DDDDDD"/>
            </a:solidFill>
            <a:prstDash val="solid"/>
          </a:ln>
        </p:spPr>
      </p:sp>
      <p:sp>
        <p:nvSpPr>
          <p:cNvPr id="78" name="Text 15">
            <a:extLst>
              <a:ext uri="{FF2B5EF4-FFF2-40B4-BE49-F238E27FC236}">
                <a16:creationId xmlns:a16="http://schemas.microsoft.com/office/drawing/2014/main" id="{2BBB60B2-708A-D21A-E8FE-AAC39449C508}"/>
              </a:ext>
            </a:extLst>
          </p:cNvPr>
          <p:cNvSpPr/>
          <p:nvPr/>
        </p:nvSpPr>
        <p:spPr>
          <a:xfrm>
            <a:off x="8084058" y="2851880"/>
            <a:ext cx="1371600" cy="310896"/>
          </a:xfrm>
          <a:prstGeom prst="rect">
            <a:avLst/>
          </a:prstGeom>
          <a:noFill/>
          <a:ln/>
        </p:spPr>
        <p:txBody>
          <a:bodyPr wrap="square" rtlCol="0" anchor="ctr"/>
          <a:lstStyle/>
          <a:p>
            <a:pPr marL="0" indent="0">
              <a:buNone/>
            </a:pPr>
            <a:r>
              <a:rPr lang="en-US" sz="1100" b="1" dirty="0">
                <a:solidFill>
                  <a:srgbClr val="028090"/>
                </a:solidFill>
                <a:latin typeface="Consolas" pitchFamily="34" charset="0"/>
                <a:ea typeface="Consolas" pitchFamily="34" charset="-122"/>
                <a:cs typeface="Consolas" pitchFamily="34" charset="-120"/>
              </a:rPr>
              <a:t>menuitems</a:t>
            </a:r>
            <a:endParaRPr lang="en-US" sz="1100" dirty="0"/>
          </a:p>
        </p:txBody>
      </p:sp>
      <p:sp>
        <p:nvSpPr>
          <p:cNvPr id="79" name="Text 16">
            <a:extLst>
              <a:ext uri="{FF2B5EF4-FFF2-40B4-BE49-F238E27FC236}">
                <a16:creationId xmlns:a16="http://schemas.microsoft.com/office/drawing/2014/main" id="{EFD5F413-7EB8-F557-7E23-6105323EFC1A}"/>
              </a:ext>
            </a:extLst>
          </p:cNvPr>
          <p:cNvSpPr/>
          <p:nvPr/>
        </p:nvSpPr>
        <p:spPr>
          <a:xfrm>
            <a:off x="9501378" y="2879312"/>
            <a:ext cx="1783080" cy="256032"/>
          </a:xfrm>
          <a:prstGeom prst="rect">
            <a:avLst/>
          </a:prstGeom>
          <a:noFill/>
          <a:ln/>
        </p:spPr>
        <p:txBody>
          <a:bodyPr wrap="square" rtlCol="0" anchor="ctr"/>
          <a:lstStyle/>
          <a:p>
            <a:pPr marL="0" indent="0">
              <a:buNone/>
            </a:pPr>
            <a:r>
              <a:rPr lang="en-US" sz="1000" dirty="0">
                <a:solidFill>
                  <a:srgbClr val="555555"/>
                </a:solidFill>
              </a:rPr>
              <a:t>Menu items + prices</a:t>
            </a:r>
            <a:endParaRPr lang="en-US" sz="1000" dirty="0"/>
          </a:p>
        </p:txBody>
      </p:sp>
      <p:sp>
        <p:nvSpPr>
          <p:cNvPr id="80" name="Shape 17">
            <a:extLst>
              <a:ext uri="{FF2B5EF4-FFF2-40B4-BE49-F238E27FC236}">
                <a16:creationId xmlns:a16="http://schemas.microsoft.com/office/drawing/2014/main" id="{34696EDA-8B38-DD9A-D7B0-EC9A21135A04}"/>
              </a:ext>
            </a:extLst>
          </p:cNvPr>
          <p:cNvSpPr/>
          <p:nvPr/>
        </p:nvSpPr>
        <p:spPr>
          <a:xfrm>
            <a:off x="8010906" y="3281648"/>
            <a:ext cx="3383280" cy="402336"/>
          </a:xfrm>
          <a:prstGeom prst="roundRect">
            <a:avLst>
              <a:gd name="adj" fmla="val 11364"/>
            </a:avLst>
          </a:prstGeom>
          <a:solidFill>
            <a:srgbClr val="FFFFFF"/>
          </a:solidFill>
          <a:ln w="6350">
            <a:solidFill>
              <a:srgbClr val="DDDDDD"/>
            </a:solidFill>
            <a:prstDash val="solid"/>
          </a:ln>
        </p:spPr>
      </p:sp>
      <p:sp>
        <p:nvSpPr>
          <p:cNvPr id="81" name="Text 18">
            <a:extLst>
              <a:ext uri="{FF2B5EF4-FFF2-40B4-BE49-F238E27FC236}">
                <a16:creationId xmlns:a16="http://schemas.microsoft.com/office/drawing/2014/main" id="{A71031AA-FB84-CC9B-9B82-105C3B15BE16}"/>
              </a:ext>
            </a:extLst>
          </p:cNvPr>
          <p:cNvSpPr/>
          <p:nvPr/>
        </p:nvSpPr>
        <p:spPr>
          <a:xfrm>
            <a:off x="8084058" y="3327368"/>
            <a:ext cx="1371600" cy="310896"/>
          </a:xfrm>
          <a:prstGeom prst="rect">
            <a:avLst/>
          </a:prstGeom>
          <a:noFill/>
          <a:ln/>
        </p:spPr>
        <p:txBody>
          <a:bodyPr wrap="square" rtlCol="0" anchor="ctr"/>
          <a:lstStyle/>
          <a:p>
            <a:pPr marL="0" indent="0">
              <a:buNone/>
            </a:pPr>
            <a:r>
              <a:rPr lang="en-US" sz="1100" b="1" dirty="0">
                <a:solidFill>
                  <a:srgbClr val="028090"/>
                </a:solidFill>
                <a:latin typeface="Consolas" pitchFamily="34" charset="0"/>
                <a:ea typeface="Consolas" pitchFamily="34" charset="-122"/>
                <a:cs typeface="Consolas" pitchFamily="34" charset="-120"/>
              </a:rPr>
              <a:t>addresses</a:t>
            </a:r>
            <a:endParaRPr lang="en-US" sz="1100" dirty="0"/>
          </a:p>
        </p:txBody>
      </p:sp>
      <p:sp>
        <p:nvSpPr>
          <p:cNvPr id="82" name="Text 19">
            <a:extLst>
              <a:ext uri="{FF2B5EF4-FFF2-40B4-BE49-F238E27FC236}">
                <a16:creationId xmlns:a16="http://schemas.microsoft.com/office/drawing/2014/main" id="{2536CA97-51A3-8AA0-88E1-5C1BAAA80620}"/>
              </a:ext>
            </a:extLst>
          </p:cNvPr>
          <p:cNvSpPr/>
          <p:nvPr/>
        </p:nvSpPr>
        <p:spPr>
          <a:xfrm>
            <a:off x="9501378" y="3354800"/>
            <a:ext cx="1783080" cy="256032"/>
          </a:xfrm>
          <a:prstGeom prst="rect">
            <a:avLst/>
          </a:prstGeom>
          <a:noFill/>
          <a:ln/>
        </p:spPr>
        <p:txBody>
          <a:bodyPr wrap="square" rtlCol="0" anchor="ctr"/>
          <a:lstStyle/>
          <a:p>
            <a:pPr marL="0" indent="0">
              <a:buNone/>
            </a:pPr>
            <a:r>
              <a:rPr lang="en-US" sz="1000" dirty="0">
                <a:solidFill>
                  <a:srgbClr val="555555"/>
                </a:solidFill>
              </a:rPr>
              <a:t>Delivery addresses</a:t>
            </a:r>
            <a:endParaRPr lang="en-US" sz="1000" dirty="0"/>
          </a:p>
        </p:txBody>
      </p:sp>
      <p:sp>
        <p:nvSpPr>
          <p:cNvPr id="83" name="Shape 20">
            <a:extLst>
              <a:ext uri="{FF2B5EF4-FFF2-40B4-BE49-F238E27FC236}">
                <a16:creationId xmlns:a16="http://schemas.microsoft.com/office/drawing/2014/main" id="{3FAEE0DF-8E15-0067-7E54-DB3DDF6D119F}"/>
              </a:ext>
            </a:extLst>
          </p:cNvPr>
          <p:cNvSpPr/>
          <p:nvPr/>
        </p:nvSpPr>
        <p:spPr>
          <a:xfrm>
            <a:off x="8010906" y="3757136"/>
            <a:ext cx="3383280" cy="402336"/>
          </a:xfrm>
          <a:prstGeom prst="roundRect">
            <a:avLst>
              <a:gd name="adj" fmla="val 11364"/>
            </a:avLst>
          </a:prstGeom>
          <a:solidFill>
            <a:srgbClr val="C8E6E0"/>
          </a:solidFill>
          <a:ln w="6350">
            <a:solidFill>
              <a:srgbClr val="DDDDDD"/>
            </a:solidFill>
            <a:prstDash val="solid"/>
          </a:ln>
        </p:spPr>
      </p:sp>
      <p:sp>
        <p:nvSpPr>
          <p:cNvPr id="84" name="Text 21">
            <a:extLst>
              <a:ext uri="{FF2B5EF4-FFF2-40B4-BE49-F238E27FC236}">
                <a16:creationId xmlns:a16="http://schemas.microsoft.com/office/drawing/2014/main" id="{3AE90749-FA31-FBA3-29B6-44384312BF5F}"/>
              </a:ext>
            </a:extLst>
          </p:cNvPr>
          <p:cNvSpPr/>
          <p:nvPr/>
        </p:nvSpPr>
        <p:spPr>
          <a:xfrm>
            <a:off x="8084058" y="3802856"/>
            <a:ext cx="1371600" cy="310896"/>
          </a:xfrm>
          <a:prstGeom prst="rect">
            <a:avLst/>
          </a:prstGeom>
          <a:noFill/>
          <a:ln/>
        </p:spPr>
        <p:txBody>
          <a:bodyPr wrap="square" rtlCol="0" anchor="ctr"/>
          <a:lstStyle/>
          <a:p>
            <a:pPr marL="0" indent="0">
              <a:buNone/>
            </a:pPr>
            <a:r>
              <a:rPr lang="en-US" sz="1100" b="1" dirty="0">
                <a:solidFill>
                  <a:srgbClr val="028090"/>
                </a:solidFill>
                <a:latin typeface="Consolas" pitchFamily="34" charset="0"/>
                <a:ea typeface="Consolas" pitchFamily="34" charset="-122"/>
                <a:cs typeface="Consolas" pitchFamily="34" charset="-120"/>
              </a:rPr>
              <a:t>carts</a:t>
            </a:r>
            <a:endParaRPr lang="en-US" sz="1100" dirty="0"/>
          </a:p>
        </p:txBody>
      </p:sp>
      <p:sp>
        <p:nvSpPr>
          <p:cNvPr id="85" name="Text 22">
            <a:extLst>
              <a:ext uri="{FF2B5EF4-FFF2-40B4-BE49-F238E27FC236}">
                <a16:creationId xmlns:a16="http://schemas.microsoft.com/office/drawing/2014/main" id="{C4378828-051B-AC4C-B886-3E60F0329E9B}"/>
              </a:ext>
            </a:extLst>
          </p:cNvPr>
          <p:cNvSpPr/>
          <p:nvPr/>
        </p:nvSpPr>
        <p:spPr>
          <a:xfrm>
            <a:off x="9501378" y="3830288"/>
            <a:ext cx="1783080" cy="256032"/>
          </a:xfrm>
          <a:prstGeom prst="rect">
            <a:avLst/>
          </a:prstGeom>
          <a:noFill/>
          <a:ln/>
        </p:spPr>
        <p:txBody>
          <a:bodyPr wrap="square" rtlCol="0" anchor="ctr"/>
          <a:lstStyle/>
          <a:p>
            <a:pPr marL="0" indent="0">
              <a:buNone/>
            </a:pPr>
            <a:r>
              <a:rPr lang="en-US" sz="1000" dirty="0">
                <a:solidFill>
                  <a:srgbClr val="555555"/>
                </a:solidFill>
              </a:rPr>
              <a:t>Active cart items</a:t>
            </a:r>
            <a:endParaRPr lang="en-US" sz="1000" dirty="0"/>
          </a:p>
        </p:txBody>
      </p:sp>
      <p:sp>
        <p:nvSpPr>
          <p:cNvPr id="86" name="Shape 23">
            <a:extLst>
              <a:ext uri="{FF2B5EF4-FFF2-40B4-BE49-F238E27FC236}">
                <a16:creationId xmlns:a16="http://schemas.microsoft.com/office/drawing/2014/main" id="{4A090D45-0503-0B8E-2003-970B95BFD218}"/>
              </a:ext>
            </a:extLst>
          </p:cNvPr>
          <p:cNvSpPr/>
          <p:nvPr/>
        </p:nvSpPr>
        <p:spPr>
          <a:xfrm>
            <a:off x="8010906" y="4232624"/>
            <a:ext cx="3383280" cy="402336"/>
          </a:xfrm>
          <a:prstGeom prst="roundRect">
            <a:avLst>
              <a:gd name="adj" fmla="val 11364"/>
            </a:avLst>
          </a:prstGeom>
          <a:solidFill>
            <a:srgbClr val="FFFFFF"/>
          </a:solidFill>
          <a:ln w="6350">
            <a:solidFill>
              <a:srgbClr val="DDDDDD"/>
            </a:solidFill>
            <a:prstDash val="solid"/>
          </a:ln>
        </p:spPr>
        <p:txBody>
          <a:bodyPr/>
          <a:lstStyle/>
          <a:p>
            <a:endParaRPr lang="en-IN" dirty="0"/>
          </a:p>
        </p:txBody>
      </p:sp>
      <p:sp>
        <p:nvSpPr>
          <p:cNvPr id="87" name="Text 24">
            <a:extLst>
              <a:ext uri="{FF2B5EF4-FFF2-40B4-BE49-F238E27FC236}">
                <a16:creationId xmlns:a16="http://schemas.microsoft.com/office/drawing/2014/main" id="{D9731B1E-8DE1-8F5E-673A-35DB88BD6FF5}"/>
              </a:ext>
            </a:extLst>
          </p:cNvPr>
          <p:cNvSpPr/>
          <p:nvPr/>
        </p:nvSpPr>
        <p:spPr>
          <a:xfrm>
            <a:off x="8084058" y="4278344"/>
            <a:ext cx="1371600" cy="310896"/>
          </a:xfrm>
          <a:prstGeom prst="rect">
            <a:avLst/>
          </a:prstGeom>
          <a:noFill/>
          <a:ln/>
        </p:spPr>
        <p:txBody>
          <a:bodyPr wrap="square" rtlCol="0" anchor="ctr"/>
          <a:lstStyle/>
          <a:p>
            <a:pPr marL="0" indent="0">
              <a:buNone/>
            </a:pPr>
            <a:r>
              <a:rPr lang="en-US" sz="1100" b="1" dirty="0">
                <a:solidFill>
                  <a:srgbClr val="028090"/>
                </a:solidFill>
                <a:latin typeface="Consolas" pitchFamily="34" charset="0"/>
                <a:ea typeface="Consolas" pitchFamily="34" charset="-122"/>
                <a:cs typeface="Consolas" pitchFamily="34" charset="-120"/>
              </a:rPr>
              <a:t>orders</a:t>
            </a:r>
            <a:endParaRPr lang="en-US" sz="1100" dirty="0"/>
          </a:p>
        </p:txBody>
      </p:sp>
      <p:sp>
        <p:nvSpPr>
          <p:cNvPr id="88" name="Text 25">
            <a:extLst>
              <a:ext uri="{FF2B5EF4-FFF2-40B4-BE49-F238E27FC236}">
                <a16:creationId xmlns:a16="http://schemas.microsoft.com/office/drawing/2014/main" id="{9EAAD3D1-0171-1963-F627-E4D7E970DE40}"/>
              </a:ext>
            </a:extLst>
          </p:cNvPr>
          <p:cNvSpPr/>
          <p:nvPr/>
        </p:nvSpPr>
        <p:spPr>
          <a:xfrm>
            <a:off x="9501378" y="4305776"/>
            <a:ext cx="1783080" cy="256032"/>
          </a:xfrm>
          <a:prstGeom prst="rect">
            <a:avLst/>
          </a:prstGeom>
          <a:noFill/>
          <a:ln/>
        </p:spPr>
        <p:txBody>
          <a:bodyPr wrap="square" rtlCol="0" anchor="ctr"/>
          <a:lstStyle/>
          <a:p>
            <a:pPr marL="0" indent="0">
              <a:buNone/>
            </a:pPr>
            <a:r>
              <a:rPr lang="en-US" sz="1000" dirty="0">
                <a:solidFill>
                  <a:srgbClr val="555555"/>
                </a:solidFill>
              </a:rPr>
              <a:t>Order records</a:t>
            </a:r>
            <a:endParaRPr lang="en-US" sz="1000" dirty="0"/>
          </a:p>
        </p:txBody>
      </p:sp>
      <p:sp>
        <p:nvSpPr>
          <p:cNvPr id="89" name="Shape 26">
            <a:extLst>
              <a:ext uri="{FF2B5EF4-FFF2-40B4-BE49-F238E27FC236}">
                <a16:creationId xmlns:a16="http://schemas.microsoft.com/office/drawing/2014/main" id="{18525427-CA15-0DF0-951C-19615D837D2F}"/>
              </a:ext>
            </a:extLst>
          </p:cNvPr>
          <p:cNvSpPr/>
          <p:nvPr/>
        </p:nvSpPr>
        <p:spPr>
          <a:xfrm>
            <a:off x="8010906" y="4708112"/>
            <a:ext cx="3383280" cy="402336"/>
          </a:xfrm>
          <a:prstGeom prst="roundRect">
            <a:avLst>
              <a:gd name="adj" fmla="val 11364"/>
            </a:avLst>
          </a:prstGeom>
          <a:solidFill>
            <a:srgbClr val="C8E6E0"/>
          </a:solidFill>
          <a:ln w="6350">
            <a:solidFill>
              <a:srgbClr val="DDDDDD"/>
            </a:solidFill>
            <a:prstDash val="solid"/>
          </a:ln>
        </p:spPr>
      </p:sp>
      <p:sp>
        <p:nvSpPr>
          <p:cNvPr id="90" name="Text 27">
            <a:extLst>
              <a:ext uri="{FF2B5EF4-FFF2-40B4-BE49-F238E27FC236}">
                <a16:creationId xmlns:a16="http://schemas.microsoft.com/office/drawing/2014/main" id="{CD389244-AC92-A7D6-2383-7346C849A4C3}"/>
              </a:ext>
            </a:extLst>
          </p:cNvPr>
          <p:cNvSpPr/>
          <p:nvPr/>
        </p:nvSpPr>
        <p:spPr>
          <a:xfrm>
            <a:off x="8084058" y="4753832"/>
            <a:ext cx="1371600" cy="310896"/>
          </a:xfrm>
          <a:prstGeom prst="rect">
            <a:avLst/>
          </a:prstGeom>
          <a:noFill/>
          <a:ln/>
        </p:spPr>
        <p:txBody>
          <a:bodyPr wrap="square" rtlCol="0" anchor="ctr"/>
          <a:lstStyle/>
          <a:p>
            <a:pPr marL="0" indent="0">
              <a:buNone/>
            </a:pPr>
            <a:r>
              <a:rPr lang="en-US" sz="1100" b="1" dirty="0">
                <a:solidFill>
                  <a:srgbClr val="028090"/>
                </a:solidFill>
                <a:latin typeface="Consolas" pitchFamily="34" charset="0"/>
                <a:ea typeface="Consolas" pitchFamily="34" charset="-122"/>
                <a:cs typeface="Consolas" pitchFamily="34" charset="-120"/>
              </a:rPr>
              <a:t>payments</a:t>
            </a:r>
            <a:endParaRPr lang="en-US" sz="1100" dirty="0"/>
          </a:p>
        </p:txBody>
      </p:sp>
      <p:sp>
        <p:nvSpPr>
          <p:cNvPr id="91" name="Text 28">
            <a:extLst>
              <a:ext uri="{FF2B5EF4-FFF2-40B4-BE49-F238E27FC236}">
                <a16:creationId xmlns:a16="http://schemas.microsoft.com/office/drawing/2014/main" id="{DA39C27F-8BE3-81C7-28F7-267188CFCD36}"/>
              </a:ext>
            </a:extLst>
          </p:cNvPr>
          <p:cNvSpPr/>
          <p:nvPr/>
        </p:nvSpPr>
        <p:spPr>
          <a:xfrm>
            <a:off x="9501378" y="4781264"/>
            <a:ext cx="1783080" cy="256032"/>
          </a:xfrm>
          <a:prstGeom prst="rect">
            <a:avLst/>
          </a:prstGeom>
          <a:noFill/>
          <a:ln/>
        </p:spPr>
        <p:txBody>
          <a:bodyPr wrap="square" rtlCol="0" anchor="ctr"/>
          <a:lstStyle/>
          <a:p>
            <a:pPr marL="0" indent="0">
              <a:buNone/>
            </a:pPr>
            <a:r>
              <a:rPr lang="en-US" sz="1000" dirty="0">
                <a:solidFill>
                  <a:srgbClr val="555555"/>
                </a:solidFill>
              </a:rPr>
              <a:t>Payment history</a:t>
            </a:r>
            <a:endParaRPr lang="en-US" sz="1000" dirty="0"/>
          </a:p>
        </p:txBody>
      </p:sp>
      <p:sp>
        <p:nvSpPr>
          <p:cNvPr id="92" name="Shape 29">
            <a:extLst>
              <a:ext uri="{FF2B5EF4-FFF2-40B4-BE49-F238E27FC236}">
                <a16:creationId xmlns:a16="http://schemas.microsoft.com/office/drawing/2014/main" id="{5CB92E93-1DFC-B43D-4D05-E81A1964AE4E}"/>
              </a:ext>
            </a:extLst>
          </p:cNvPr>
          <p:cNvSpPr/>
          <p:nvPr/>
        </p:nvSpPr>
        <p:spPr>
          <a:xfrm>
            <a:off x="8010906" y="5183600"/>
            <a:ext cx="3383280" cy="402336"/>
          </a:xfrm>
          <a:prstGeom prst="roundRect">
            <a:avLst>
              <a:gd name="adj" fmla="val 11364"/>
            </a:avLst>
          </a:prstGeom>
          <a:solidFill>
            <a:srgbClr val="FFFFFF"/>
          </a:solidFill>
          <a:ln w="6350">
            <a:solidFill>
              <a:srgbClr val="DDDDDD"/>
            </a:solidFill>
            <a:prstDash val="solid"/>
          </a:ln>
        </p:spPr>
      </p:sp>
      <p:sp>
        <p:nvSpPr>
          <p:cNvPr id="93" name="Text 30">
            <a:extLst>
              <a:ext uri="{FF2B5EF4-FFF2-40B4-BE49-F238E27FC236}">
                <a16:creationId xmlns:a16="http://schemas.microsoft.com/office/drawing/2014/main" id="{5DEC736E-BEDD-AE02-A72E-EF70CF357F6F}"/>
              </a:ext>
            </a:extLst>
          </p:cNvPr>
          <p:cNvSpPr/>
          <p:nvPr/>
        </p:nvSpPr>
        <p:spPr>
          <a:xfrm>
            <a:off x="8084058" y="5229320"/>
            <a:ext cx="1371600" cy="310896"/>
          </a:xfrm>
          <a:prstGeom prst="rect">
            <a:avLst/>
          </a:prstGeom>
          <a:noFill/>
          <a:ln/>
        </p:spPr>
        <p:txBody>
          <a:bodyPr wrap="square" rtlCol="0" anchor="ctr"/>
          <a:lstStyle/>
          <a:p>
            <a:pPr marL="0" indent="0">
              <a:buNone/>
            </a:pPr>
            <a:r>
              <a:rPr lang="en-US" sz="1100" b="1" dirty="0">
                <a:solidFill>
                  <a:srgbClr val="028090"/>
                </a:solidFill>
                <a:latin typeface="Consolas" pitchFamily="34" charset="0"/>
                <a:ea typeface="Consolas" pitchFamily="34" charset="-122"/>
                <a:cs typeface="Consolas" pitchFamily="34" charset="-120"/>
              </a:rPr>
              <a:t>messages</a:t>
            </a:r>
            <a:endParaRPr lang="en-US" sz="1100" dirty="0"/>
          </a:p>
        </p:txBody>
      </p:sp>
      <p:sp>
        <p:nvSpPr>
          <p:cNvPr id="94" name="Text 31">
            <a:extLst>
              <a:ext uri="{FF2B5EF4-FFF2-40B4-BE49-F238E27FC236}">
                <a16:creationId xmlns:a16="http://schemas.microsoft.com/office/drawing/2014/main" id="{591AB151-38D5-7F18-B4AD-35FB32927AB3}"/>
              </a:ext>
            </a:extLst>
          </p:cNvPr>
          <p:cNvSpPr/>
          <p:nvPr/>
        </p:nvSpPr>
        <p:spPr>
          <a:xfrm>
            <a:off x="9501378" y="5256752"/>
            <a:ext cx="1783080" cy="256032"/>
          </a:xfrm>
          <a:prstGeom prst="rect">
            <a:avLst/>
          </a:prstGeom>
          <a:noFill/>
          <a:ln/>
        </p:spPr>
        <p:txBody>
          <a:bodyPr wrap="square" rtlCol="0" anchor="ctr"/>
          <a:lstStyle/>
          <a:p>
            <a:pPr marL="0" indent="0">
              <a:buNone/>
            </a:pPr>
            <a:r>
              <a:rPr lang="en-US" sz="1000" dirty="0">
                <a:solidFill>
                  <a:srgbClr val="555555"/>
                </a:solidFill>
              </a:rPr>
              <a:t>Order alert messages</a:t>
            </a:r>
            <a:endParaRPr lang="en-US" sz="1000" dirty="0"/>
          </a:p>
        </p:txBody>
      </p:sp>
      <p:sp>
        <p:nvSpPr>
          <p:cNvPr id="95" name="Shape 6">
            <a:extLst>
              <a:ext uri="{FF2B5EF4-FFF2-40B4-BE49-F238E27FC236}">
                <a16:creationId xmlns:a16="http://schemas.microsoft.com/office/drawing/2014/main" id="{FFFE6ECC-EBD9-B93D-9497-3C8C571A42DC}"/>
              </a:ext>
            </a:extLst>
          </p:cNvPr>
          <p:cNvSpPr/>
          <p:nvPr/>
        </p:nvSpPr>
        <p:spPr>
          <a:xfrm>
            <a:off x="8010906" y="1452848"/>
            <a:ext cx="3383280" cy="329184"/>
          </a:xfrm>
          <a:prstGeom prst="rect">
            <a:avLst/>
          </a:prstGeom>
          <a:solidFill>
            <a:srgbClr val="014D56"/>
          </a:solidFill>
          <a:ln w="12700">
            <a:solidFill>
              <a:srgbClr val="014D56"/>
            </a:solidFill>
            <a:prstDash val="solid"/>
          </a:ln>
        </p:spPr>
      </p:sp>
      <p:sp>
        <p:nvSpPr>
          <p:cNvPr id="96" name="Text 7">
            <a:extLst>
              <a:ext uri="{FF2B5EF4-FFF2-40B4-BE49-F238E27FC236}">
                <a16:creationId xmlns:a16="http://schemas.microsoft.com/office/drawing/2014/main" id="{0483C83E-9210-95CE-7D1B-03445DBF0F81}"/>
              </a:ext>
            </a:extLst>
          </p:cNvPr>
          <p:cNvSpPr/>
          <p:nvPr/>
        </p:nvSpPr>
        <p:spPr>
          <a:xfrm>
            <a:off x="8010906" y="1452848"/>
            <a:ext cx="3782988" cy="329184"/>
          </a:xfrm>
          <a:prstGeom prst="rect">
            <a:avLst/>
          </a:prstGeom>
          <a:noFill/>
          <a:ln/>
        </p:spPr>
        <p:txBody>
          <a:bodyPr wrap="square" lIns="88900" tIns="88900" rIns="88900" bIns="88900" rtlCol="0" anchor="ctr"/>
          <a:lstStyle/>
          <a:p>
            <a:pPr marL="0" indent="0">
              <a:buNone/>
            </a:pPr>
            <a:r>
              <a:rPr lang="en-US" sz="1200" b="1" dirty="0">
                <a:solidFill>
                  <a:srgbClr val="FFFFFF"/>
                </a:solidFill>
              </a:rPr>
              <a:t>MongoDB Collections (8)</a:t>
            </a:r>
            <a:endParaRPr lang="en-US" sz="1200" dirty="0"/>
          </a:p>
        </p:txBody>
      </p:sp>
    </p:spTree>
    <p:extLst>
      <p:ext uri="{BB962C8B-B14F-4D97-AF65-F5344CB8AC3E}">
        <p14:creationId xmlns:p14="http://schemas.microsoft.com/office/powerpoint/2010/main" val="324391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B3F97-F6A1-3FF0-8703-F8D9EC64DF18}"/>
              </a:ext>
            </a:extLst>
          </p:cNvPr>
          <p:cNvSpPr>
            <a:spLocks noGrp="1"/>
          </p:cNvSpPr>
          <p:nvPr>
            <p:ph type="ctrTitle"/>
          </p:nvPr>
        </p:nvSpPr>
        <p:spPr>
          <a:xfrm>
            <a:off x="1766253" y="694944"/>
            <a:ext cx="8915399" cy="2262781"/>
          </a:xfrm>
        </p:spPr>
        <p:txBody>
          <a:bodyPr>
            <a:normAutofit/>
          </a:bodyPr>
          <a:lstStyle/>
          <a:p>
            <a:r>
              <a:rPr lang="en-IN" sz="7200" dirty="0">
                <a:solidFill>
                  <a:schemeClr val="tx1"/>
                </a:solidFill>
                <a:latin typeface="Times New Roman" panose="02020603050405020304" pitchFamily="18" charset="0"/>
                <a:cs typeface="Times New Roman" panose="02020603050405020304" pitchFamily="18" charset="0"/>
              </a:rPr>
              <a:t>THANK YOU</a:t>
            </a:r>
          </a:p>
        </p:txBody>
      </p:sp>
      <p:sp>
        <p:nvSpPr>
          <p:cNvPr id="5" name="TextBox 4">
            <a:extLst>
              <a:ext uri="{FF2B5EF4-FFF2-40B4-BE49-F238E27FC236}">
                <a16:creationId xmlns:a16="http://schemas.microsoft.com/office/drawing/2014/main" id="{9D15309B-A7EB-3456-C9DB-378E16626A6F}"/>
              </a:ext>
            </a:extLst>
          </p:cNvPr>
          <p:cNvSpPr txBox="1"/>
          <p:nvPr/>
        </p:nvSpPr>
        <p:spPr>
          <a:xfrm>
            <a:off x="1766253" y="5534578"/>
            <a:ext cx="6094476" cy="369332"/>
          </a:xfrm>
          <a:prstGeom prst="rect">
            <a:avLst/>
          </a:prstGeom>
          <a:noFill/>
        </p:spPr>
        <p:txBody>
          <a:bodyPr wrap="square">
            <a:spAutoFit/>
          </a:bodyPr>
          <a:lstStyle/>
          <a:p>
            <a:pPr marL="0" indent="0">
              <a:buNone/>
            </a:pPr>
            <a:r>
              <a:rPr lang="en-US" sz="1800" dirty="0">
                <a:latin typeface="Times New Roman" panose="02020603050405020304" pitchFamily="18" charset="0"/>
                <a:cs typeface="Times New Roman" panose="02020603050405020304" pitchFamily="18" charset="0"/>
              </a:rPr>
              <a:t>✉   rahulkumargumudavelli@gmail.com</a:t>
            </a:r>
          </a:p>
        </p:txBody>
      </p:sp>
    </p:spTree>
    <p:extLst>
      <p:ext uri="{BB962C8B-B14F-4D97-AF65-F5344CB8AC3E}">
        <p14:creationId xmlns:p14="http://schemas.microsoft.com/office/powerpoint/2010/main" val="71967663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98</TotalTime>
  <Words>528</Words>
  <Application>Microsoft Office PowerPoint</Application>
  <PresentationFormat>Widescreen</PresentationFormat>
  <Paragraphs>66</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Consolas</vt:lpstr>
      <vt:lpstr>Times New Roman</vt:lpstr>
      <vt:lpstr>Trebuchet MS</vt:lpstr>
      <vt:lpstr>Wingdings</vt:lpstr>
      <vt:lpstr>Wingdings 3</vt:lpstr>
      <vt:lpstr>Facet</vt:lpstr>
      <vt:lpstr>PIZZA STORE </vt:lpstr>
      <vt:lpstr>DESCRIPTION </vt:lpstr>
      <vt:lpstr>TECHNOLOGIES USED </vt:lpstr>
      <vt:lpstr>TECHNOLOGIES USED </vt:lpstr>
      <vt:lpstr>ER Diagram</vt:lpstr>
      <vt:lpstr>Class Diagram </vt:lpstr>
      <vt:lpstr>API ENDPOINTS &amp; DATABASE DESIGN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Pravallika Asa</dc:creator>
  <cp:lastModifiedBy>Rahul Kumar Gumudavelli</cp:lastModifiedBy>
  <cp:revision>2</cp:revision>
  <dcterms:created xsi:type="dcterms:W3CDTF">2026-03-16T18:00:25Z</dcterms:created>
  <dcterms:modified xsi:type="dcterms:W3CDTF">2026-03-17T04:34:32Z</dcterms:modified>
</cp:coreProperties>
</file>